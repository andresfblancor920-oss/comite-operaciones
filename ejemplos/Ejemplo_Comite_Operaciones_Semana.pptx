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Semana anterior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Sheet1!$A$2:$A$7</c:f>
              <c:strCache>
                <c:ptCount val="6"/>
                <c:pt idx="0">
                  <c:v>Disponibilidad de servicio</c:v>
                </c:pt>
                <c:pt idx="1">
                  <c:v>SLA cumplido (tickets)</c:v>
                </c:pt>
                <c:pt idx="2">
                  <c:v>Tiempo promedio de resolucion (MTTR)</c:v>
                </c:pt>
                <c:pt idx="3">
                  <c:v>Tickets abiertos</c:v>
                </c:pt>
                <c:pt idx="4">
                  <c:v>Satisfaccion del cliente (CSAT)</c:v>
                </c:pt>
                <c:pt idx="5">
                  <c:v>Cumplimiento de presupuesto operativo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99.4</c:v>
                </c:pt>
                <c:pt idx="1">
                  <c:v>93</c:v>
                </c:pt>
                <c:pt idx="2">
                  <c:v>5.2</c:v>
                </c:pt>
                <c:pt idx="3">
                  <c:v>62</c:v>
                </c:pt>
                <c:pt idx="4">
                  <c:v>88</c:v>
                </c:pt>
                <c:pt idx="5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Semana actual</c:v>
                </c:pt>
              </c:strCache>
            </c:strRef>
          </c:tx>
          <c:spPr>
            <a:solidFill>
              <a:srgbClr val="CADCFC"/>
            </a:solidFill>
          </c:spPr>
          <c:cat>
            <c:strRef>
              <c:f>Sheet1!$A$2:$A$7</c:f>
              <c:strCache>
                <c:ptCount val="6"/>
                <c:pt idx="0">
                  <c:v>Disponibilidad de servicio</c:v>
                </c:pt>
                <c:pt idx="1">
                  <c:v>SLA cumplido (tickets)</c:v>
                </c:pt>
                <c:pt idx="2">
                  <c:v>Tiempo promedio de resolucion (MTTR)</c:v>
                </c:pt>
                <c:pt idx="3">
                  <c:v>Tickets abiertos</c:v>
                </c:pt>
                <c:pt idx="4">
                  <c:v>Satisfaccion del cliente (CSAT)</c:v>
                </c:pt>
                <c:pt idx="5">
                  <c:v>Cumplimiento de presupuesto operativo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99.6</c:v>
                </c:pt>
                <c:pt idx="1">
                  <c:v>96</c:v>
                </c:pt>
                <c:pt idx="2">
                  <c:v>4.5</c:v>
                </c:pt>
                <c:pt idx="3">
                  <c:v>48</c:v>
                </c:pt>
                <c:pt idx="4">
                  <c:v>91</c:v>
                </c:pt>
                <c:pt idx="5">
                  <c:v>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E6A817"/>
            </a:solidFill>
          </c:spPr>
          <c:cat>
            <c:strRef>
              <c:f>Sheet1!$A$2:$A$7</c:f>
              <c:strCache>
                <c:ptCount val="6"/>
                <c:pt idx="0">
                  <c:v>Disponibilidad de servicio</c:v>
                </c:pt>
                <c:pt idx="1">
                  <c:v>SLA cumplido (tickets)</c:v>
                </c:pt>
                <c:pt idx="2">
                  <c:v>Tiempo promedio de resolucion (MTTR)</c:v>
                </c:pt>
                <c:pt idx="3">
                  <c:v>Tickets abiertos</c:v>
                </c:pt>
                <c:pt idx="4">
                  <c:v>Satisfaccion del cliente (CSAT)</c:v>
                </c:pt>
                <c:pt idx="5">
                  <c:v>Cumplimiento de presupuesto operativo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99.5</c:v>
                </c:pt>
                <c:pt idx="1">
                  <c:v>95</c:v>
                </c:pt>
                <c:pt idx="2">
                  <c:v>4</c:v>
                </c:pt>
                <c:pt idx="3">
                  <c:v>50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Comite de Operaciones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Semana del 01/09/2026 al 07/09/2026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Presentado por Nombre Apellido · 08/09/2026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2377440" cy="502920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Estado general: Amarillo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Principales avances y puntos de atencion de la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Logros y avances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•  Disponibilidad de plataforma se mantuvo en 99.6%, por encima de la meta.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•  Se cerro el incidente critico INC-014 dentro del SLA.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•  Proyecto Migracion ERP alcanzo 65% de avance, en linea con el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Puntos de atencion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65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•  Retraso de 2 semanas en entrega de proveedor para el proyecto de Datacenter.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•  Incremento de 15% en tickets de soporte nivel 2 respecto a la semana anterior.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Indicadores operacionales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Meta vs. resultado real de la semana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Sem. Anterior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Sem. Actual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Cumplimiento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Disponibilidad de servicio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99.4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99.6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SLA cumplido (tickets) (%)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101%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Tiempo promedio de resolucion (MTTR) (horas)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Rojo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Tickets abiertos (#)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104%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Satisfaccion del cliente (CSAT)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Cumplimiento de presupuesto operativo (%)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Amarillo</a:t>
                      </a:r>
                    </a:p>
                  </a:txBody>
                  <a:tcPr anchor="ctr">
                    <a:solidFill>
                      <a:srgbClr val="E6A8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Tendencia de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Comparativo semana anterior vs. semana actual vs. meta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Avance de proyectos e iniciativas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% de avance, estado y proximos hitos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280160"/>
                <a:gridCol w="1280160"/>
                <a:gridCol w="2377440"/>
                <a:gridCol w="1188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Proyecto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Avance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Proximo hito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Migracion ERP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Maria Gomez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Amarillo</a:t>
                      </a:r>
                    </a:p>
                  </a:txBody>
                  <a:tcPr anchor="ctr"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Pruebas de integracion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20/09/2026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Renovacion Datacenter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Carlos Ruiz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Rojo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Entrega de equipos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05/10/2026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Automatizacion de reportes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Ana Torres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Puesta en produccion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15/09/2026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Incidentes y problemas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Eventos relevantes ocurridos durante la semana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3291840"/>
                <a:gridCol w="1188720"/>
                <a:gridCol w="1645920"/>
                <a:gridCol w="29260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Severidad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Causa raiz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INC-014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03/09/2026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Caida intermitente del portal de clientes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Cerrado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Saturacion de memoria en balanceador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INC-015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05/09/2026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Retraso en procesamiento de pagos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En seguimiento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 en job nocturno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Matriz de riesgos operacionales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Probabilidad, impacto y plan de mitigacion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  <a:gridCol w="128016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Probabilidad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 de mitigacion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Falla de proveedor critico de infraestructura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Definir acciones de mitigacion y responsable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Rotacion de personal clave en soporte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Baja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Definir acciones de mitigacion y responsable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Plan de accion y compromisos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Seguimiento a los compromisos definidos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011680"/>
                <a:gridCol w="1645920"/>
                <a:gridCol w="1280160"/>
                <a:gridCol w="173736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Fecha compromiso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Escalar con proveedor plan de recuperacion de cronograma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Carlos Ruiz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10/09/2026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 curso</a:t>
                      </a:r>
                    </a:p>
                  </a:txBody>
                  <a:tcPr anchor="ctr">
                    <a:solidFill>
                      <a:srgbClr val="E6A8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Reforzar turno de soporte nivel 2 los fines de semana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Ana Torres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12/09/2026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Pendiente</a:t>
                      </a:r>
                    </a:p>
                  </a:txBody>
                  <a:tcPr anchor="ctr"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→  Revisar avance del plan de recuperacion con el proveedor de Datacenter.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→  Presentar resultados de la automatizacion de reportes al comite.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→  Actualizar matriz de riesgos con nuevos hallazgos de auditoria.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