
<file path=[Content_Types].xml><?xml version="1.0" encoding="utf-8"?>
<Types xmlns="http://schemas.openxmlformats.org/package/2006/content-types">
  <Default Extension="svg" ContentType="image/svg+xml"/>
  <Default Extension="jpg" ContentType="image/jpeg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s/modernComment_7FFFF29F_0.xml" ContentType="application/vnd.ms-powerpoint.comment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1.jpg" ContentType="image/jpg"/>
  <Override PartName="/ppt/media/image43.jpg" ContentType="image/jpg"/>
  <Override PartName="/ppt/media/image45.jpg" ContentType="image/jpg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4259" r:id="rId2"/>
    <p:sldMasterId id="2147484261" r:id="rId3"/>
  </p:sldMasterIdLst>
  <p:notesMasterIdLst>
    <p:notesMasterId r:id="rId20"/>
  </p:notesMasterIdLst>
  <p:handoutMasterIdLst>
    <p:handoutMasterId r:id="rId21"/>
  </p:handoutMasterIdLst>
  <p:sldIdLst>
    <p:sldId id="2147480220" r:id="rId4"/>
    <p:sldId id="2147480221" r:id="rId5"/>
    <p:sldId id="2147480222" r:id="rId6"/>
    <p:sldId id="2147480223" r:id="rId7"/>
    <p:sldId id="2147480224" r:id="rId8"/>
    <p:sldId id="2147480225" r:id="rId9"/>
    <p:sldId id="2147480226" r:id="rId10"/>
    <p:sldId id="2147480228" r:id="rId11"/>
    <p:sldId id="2147480237" r:id="rId12"/>
    <p:sldId id="2147480240" r:id="rId13"/>
    <p:sldId id="2147480238" r:id="rId14"/>
    <p:sldId id="2147480243" r:id="rId39"/>
    <p:sldId id="2147480239" r:id="rId15"/>
    <p:sldId id="2147480241" r:id="rId16"/>
    <p:sldId id="2147480242" r:id="rId17"/>
    <p:sldId id="256" r:id="rId18"/>
    <p:sldId id="2147480236" r:id="rId19"/>
  </p:sldIdLst>
  <p:sldSz cx="12192000" cy="6858000"/>
  <p:notesSz cx="6858000" cy="9144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Kingspan Brown TT" panose="020B0504020101010102" charset="0"/>
      <p:regular r:id="rId26"/>
      <p:bold r:id="rId27"/>
      <p:italic r:id="rId28"/>
      <p:boldItalic r:id="rId29"/>
    </p:embeddedFont>
    <p:embeddedFont>
      <p:font typeface="Wingdings 2" panose="05020102010507070707" pitchFamily="18" charset="2"/>
      <p:regular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3B2CA3-3B80-C1C4-2879-F6D6187FD72A}" name="Andres Blanco" initials="AB" userId="S::Andres.Blanco@kna.kingspan.net::065b647c-73cf-4234-94c7-9af85d7c0ea5" providerId="AD"/>
  <p188:author id="{D1CE87DB-A83A-B250-3954-1F9BCA6CB8B9}" name="Maria Rosa Gomez" initials="MG" userId="S::Mariarosa.Gomez@kna.kingspan.net::fa04cbd5-510d-4408-b2e7-4b9e1cd14e9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3E8EC"/>
    <a:srgbClr val="1998F6"/>
    <a:srgbClr val="007BF6"/>
    <a:srgbClr val="1D68A9"/>
    <a:srgbClr val="468DCB"/>
    <a:srgbClr val="6692BD"/>
    <a:srgbClr val="0000FF"/>
    <a:srgbClr val="00AB87"/>
    <a:srgbClr val="00499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14E8F-03F5-4EF8-A2B3-367698154890}" v="94" dt="2026-10-30T02:24:24.756"/>
    <p1510:client id="{6DA63268-33ED-4FFD-B37F-160479776B1E}" v="283" dt="2026-10-29T14:49:07.575"/>
    <p1510:client id="{AE942CB0-DB07-4ACA-8F15-3F7E805EF13E}" v="38" dt="2026-10-30T05:22:05.238"/>
    <p1510:client id="{B1F63CD1-F48D-4052-9AD7-6CB40AABEFC3}" v="14" dt="2026-10-29T23:49:24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Relationship Id="rId38" Type="http://schemas.microsoft.com/office/2018/10/relationships/authors" Target="authors.xml"/><Relationship Id="rId39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Blanco" userId="065b647c-73cf-4234-94c7-9af85d7c0ea5" providerId="ADAL" clId="{2A5F1791-1E1B-4753-9F85-794AB5E36759}"/>
    <pc:docChg chg="undo redo custSel modSld modNotesMaster">
      <pc:chgData name="Andres Blanco" userId="065b647c-73cf-4234-94c7-9af85d7c0ea5" providerId="ADAL" clId="{2A5F1791-1E1B-4753-9F85-794AB5E36759}" dt="2026-10-30T05:26:43.022" v="544" actId="729"/>
      <pc:docMkLst>
        <pc:docMk/>
      </pc:docMkLst>
      <pc:sldChg chg="modSp mod modNotes">
        <pc:chgData name="Andres Blanco" userId="065b647c-73cf-4234-94c7-9af85d7c0ea5" providerId="ADAL" clId="{2A5F1791-1E1B-4753-9F85-794AB5E36759}" dt="2026-10-04T18:40:07.930" v="428" actId="20577"/>
        <pc:sldMkLst>
          <pc:docMk/>
          <pc:sldMk cId="0" sldId="2147480221"/>
        </pc:sldMkLst>
        <pc:spChg chg="mod">
          <ac:chgData name="Andres Blanco" userId="065b647c-73cf-4234-94c7-9af85d7c0ea5" providerId="ADAL" clId="{2A5F1791-1E1B-4753-9F85-794AB5E36759}" dt="2026-10-04T17:16:35.534" v="11" actId="20577"/>
          <ac:spMkLst>
            <pc:docMk/>
            <pc:sldMk cId="0" sldId="2147480221"/>
            <ac:spMk id="19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7:20:50.448" v="64" actId="1038"/>
          <ac:spMkLst>
            <pc:docMk/>
            <pc:sldMk cId="0" sldId="2147480221"/>
            <ac:spMk id="38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8:40:07.930" v="428" actId="20577"/>
          <ac:spMkLst>
            <pc:docMk/>
            <pc:sldMk cId="0" sldId="2147480221"/>
            <ac:spMk id="40" creationId="{00000000-0000-0000-0000-000000000000}"/>
          </ac:spMkLst>
        </pc:spChg>
        <pc:graphicFrameChg chg="add mod">
          <ac:chgData name="Andres Blanco" userId="065b647c-73cf-4234-94c7-9af85d7c0ea5" providerId="ADAL" clId="{2A5F1791-1E1B-4753-9F85-794AB5E36759}" dt="2026-10-04T18:12:25.946" v="356" actId="26606"/>
          <ac:graphicFrameMkLst>
            <pc:docMk/>
            <pc:sldMk cId="0" sldId="2147480221"/>
            <ac:graphicFrameMk id="35" creationId="{00000000-0000-0000-0000-000000000000}"/>
          </ac:graphicFrameMkLst>
        </pc:graphicFrameChg>
        <pc:graphicFrameChg chg="add mod">
          <ac:chgData name="Andres Blanco" userId="065b647c-73cf-4234-94c7-9af85d7c0ea5" providerId="ADAL" clId="{2A5F1791-1E1B-4753-9F85-794AB5E36759}" dt="2026-10-04T18:12:25.946" v="356" actId="26606"/>
          <ac:graphicFrameMkLst>
            <pc:docMk/>
            <pc:sldMk cId="0" sldId="2147480221"/>
            <ac:graphicFrameMk id="36" creationId="{00000000-0000-0000-0000-000000000000}"/>
          </ac:graphicFrameMkLst>
        </pc:graphicFrameChg>
      </pc:sldChg>
      <pc:sldChg chg="modSp mod modNotes">
        <pc:chgData name="Andres Blanco" userId="065b647c-73cf-4234-94c7-9af85d7c0ea5" providerId="ADAL" clId="{2A5F1791-1E1B-4753-9F85-794AB5E36759}" dt="2026-10-30T04:36:25.855" v="542" actId="1076"/>
        <pc:sldMkLst>
          <pc:docMk/>
          <pc:sldMk cId="0" sldId="2147480222"/>
        </pc:sldMkLst>
        <pc:spChg chg="mod">
          <ac:chgData name="Andres Blanco" userId="065b647c-73cf-4234-94c7-9af85d7c0ea5" providerId="ADAL" clId="{2A5F1791-1E1B-4753-9F85-794AB5E36759}" dt="2026-10-04T16:49:50.018" v="10" actId="20577"/>
          <ac:spMkLst>
            <pc:docMk/>
            <pc:sldMk cId="0" sldId="2147480222"/>
            <ac:spMk id="20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30T04:32:16.512" v="510" actId="1076"/>
          <ac:spMkLst>
            <pc:docMk/>
            <pc:sldMk cId="0" sldId="2147480222"/>
            <ac:spMk id="24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30T04:32:21.412" v="511" actId="1076"/>
          <ac:spMkLst>
            <pc:docMk/>
            <pc:sldMk cId="0" sldId="2147480222"/>
            <ac:spMk id="25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30T04:32:24.955" v="512" actId="1076"/>
          <ac:spMkLst>
            <pc:docMk/>
            <pc:sldMk cId="0" sldId="2147480222"/>
            <ac:spMk id="26" creationId="{00000000-0000-0000-0000-000000000000}"/>
          </ac:spMkLst>
        </pc:spChg>
        <pc:graphicFrameChg chg="mod modGraphic">
          <ac:chgData name="Andres Blanco" userId="065b647c-73cf-4234-94c7-9af85d7c0ea5" providerId="ADAL" clId="{2A5F1791-1E1B-4753-9F85-794AB5E36759}" dt="2026-10-30T04:36:25.855" v="542" actId="1076"/>
          <ac:graphicFrameMkLst>
            <pc:docMk/>
            <pc:sldMk cId="0" sldId="2147480222"/>
            <ac:graphicFrameMk id="22" creationId="{00000000-0000-0000-0000-000000000000}"/>
          </ac:graphicFrameMkLst>
        </pc:graphicFrameChg>
        <pc:graphicFrameChg chg="add mod">
          <ac:chgData name="Andres Blanco" userId="065b647c-73cf-4234-94c7-9af85d7c0ea5" providerId="ADAL" clId="{2A5F1791-1E1B-4753-9F85-794AB5E36759}" dt="2026-10-30T04:36:19.511" v="541" actId="14100"/>
          <ac:graphicFrameMkLst>
            <pc:docMk/>
            <pc:sldMk cId="0" sldId="2147480222"/>
            <ac:graphicFrameMk id="23" creationId="{00000000-0000-0000-0000-000000000000}"/>
          </ac:graphicFrameMkLst>
        </pc:graphicFrameChg>
      </pc:sldChg>
      <pc:sldChg chg="addSp delSp modSp mod modNotes">
        <pc:chgData name="Andres Blanco" userId="065b647c-73cf-4234-94c7-9af85d7c0ea5" providerId="ADAL" clId="{2A5F1791-1E1B-4753-9F85-794AB5E36759}" dt="2026-10-04T18:53:16.118" v="429" actId="20577"/>
        <pc:sldMkLst>
          <pc:docMk/>
          <pc:sldMk cId="0" sldId="2147480223"/>
        </pc:sldMkLst>
        <pc:spChg chg="mod">
          <ac:chgData name="Andres Blanco" userId="065b647c-73cf-4234-94c7-9af85d7c0ea5" providerId="ADAL" clId="{2A5F1791-1E1B-4753-9F85-794AB5E36759}" dt="2026-10-04T18:38:11.244" v="417" actId="1076"/>
          <ac:spMkLst>
            <pc:docMk/>
            <pc:sldMk cId="0" sldId="2147480223"/>
            <ac:spMk id="9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8:28:36.220" v="366" actId="1076"/>
          <ac:spMkLst>
            <pc:docMk/>
            <pc:sldMk cId="0" sldId="2147480223"/>
            <ac:spMk id="10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8:34:03.162" v="384" actId="20577"/>
          <ac:spMkLst>
            <pc:docMk/>
            <pc:sldMk cId="0" sldId="2147480223"/>
            <ac:spMk id="11" creationId="{00000000-0000-0000-0000-000000000000}"/>
          </ac:spMkLst>
        </pc:spChg>
        <pc:spChg chg="add mod">
          <ac:chgData name="Andres Blanco" userId="065b647c-73cf-4234-94c7-9af85d7c0ea5" providerId="ADAL" clId="{2A5F1791-1E1B-4753-9F85-794AB5E36759}" dt="2026-10-04T18:35:54.836" v="390" actId="1076"/>
          <ac:spMkLst>
            <pc:docMk/>
            <pc:sldMk cId="0" sldId="2147480223"/>
            <ac:spMk id="12" creationId="{D08B8DBD-01A0-B2CE-E9E7-03112DDE1BCE}"/>
          </ac:spMkLst>
        </pc:spChg>
        <pc:spChg chg="add mod">
          <ac:chgData name="Andres Blanco" userId="065b647c-73cf-4234-94c7-9af85d7c0ea5" providerId="ADAL" clId="{2A5F1791-1E1B-4753-9F85-794AB5E36759}" dt="2026-10-04T18:53:16.118" v="429" actId="20577"/>
          <ac:spMkLst>
            <pc:docMk/>
            <pc:sldMk cId="0" sldId="2147480223"/>
            <ac:spMk id="14" creationId="{5AC81140-0F2C-1D1D-D71B-2E5EF4265278}"/>
          </ac:spMkLst>
        </pc:spChg>
        <pc:spChg chg="add mod">
          <ac:chgData name="Andres Blanco" userId="065b647c-73cf-4234-94c7-9af85d7c0ea5" providerId="ADAL" clId="{2A5F1791-1E1B-4753-9F85-794AB5E36759}" dt="2026-10-04T18:38:42.529" v="426" actId="1076"/>
          <ac:spMkLst>
            <pc:docMk/>
            <pc:sldMk cId="0" sldId="2147480223"/>
            <ac:spMk id="16" creationId="{67C9B6FC-8F00-4BA8-1B03-41C906689BD1}"/>
          </ac:spMkLst>
        </pc:spChg>
        <pc:graphicFrameChg chg="mod modGraphic">
          <ac:chgData name="Andres Blanco" userId="065b647c-73cf-4234-94c7-9af85d7c0ea5" providerId="ADAL" clId="{2A5F1791-1E1B-4753-9F85-794AB5E36759}" dt="2026-10-04T18:19:05.120" v="361" actId="207"/>
          <ac:graphicFrameMkLst>
            <pc:docMk/>
            <pc:sldMk cId="0" sldId="2147480223"/>
            <ac:graphicFrameMk id="6" creationId="{00000000-0000-0000-0000-000000000000}"/>
          </ac:graphicFrameMkLst>
        </pc:graphicFrameChg>
      </pc:sldChg>
      <pc:sldChg chg="modSp mod modNotes">
        <pc:chgData name="Andres Blanco" userId="065b647c-73cf-4234-94c7-9af85d7c0ea5" providerId="ADAL" clId="{2A5F1791-1E1B-4753-9F85-794AB5E36759}" dt="2026-10-04T18:56:38.212" v="440" actId="20577"/>
        <pc:sldMkLst>
          <pc:docMk/>
          <pc:sldMk cId="0" sldId="2147480224"/>
        </pc:sldMkLst>
        <pc:spChg chg="mod">
          <ac:chgData name="Andres Blanco" userId="065b647c-73cf-4234-94c7-9af85d7c0ea5" providerId="ADAL" clId="{2A5F1791-1E1B-4753-9F85-794AB5E36759}" dt="2026-10-04T18:54:42.838" v="432" actId="20577"/>
          <ac:spMkLst>
            <pc:docMk/>
            <pc:sldMk cId="0" sldId="2147480224"/>
            <ac:spMk id="27" creationId="{00000000-0000-0000-0000-000000000000}"/>
          </ac:spMkLst>
        </pc:spChg>
        <pc:graphicFrameChg chg="modGraphic">
          <ac:chgData name="Andres Blanco" userId="065b647c-73cf-4234-94c7-9af85d7c0ea5" providerId="ADAL" clId="{2A5F1791-1E1B-4753-9F85-794AB5E36759}" dt="2026-10-04T18:56:38.212" v="440" actId="20577"/>
          <ac:graphicFrameMkLst>
            <pc:docMk/>
            <pc:sldMk cId="0" sldId="2147480224"/>
            <ac:graphicFrameMk id="23" creationId="{00000000-0000-0000-0000-000000000000}"/>
          </ac:graphicFrameMkLst>
        </pc:graphicFrameChg>
        <pc:graphicFrameChg chg="add mod">
          <ac:chgData name="Andres Blanco" userId="065b647c-73cf-4234-94c7-9af85d7c0ea5" providerId="ADAL" clId="{2A5F1791-1E1B-4753-9F85-794AB5E36759}" dt="2026-10-04T18:12:25.946" v="356" actId="26606"/>
          <ac:graphicFrameMkLst>
            <pc:docMk/>
            <pc:sldMk cId="0" sldId="2147480224"/>
            <ac:graphicFrameMk id="24" creationId="{00000000-0000-0000-0000-000000000000}"/>
          </ac:graphicFrameMkLst>
        </pc:graphicFrameChg>
      </pc:sldChg>
      <pc:sldChg chg="delSp modSp mod modNotes">
        <pc:chgData name="Andres Blanco" userId="065b647c-73cf-4234-94c7-9af85d7c0ea5" providerId="ADAL" clId="{2A5F1791-1E1B-4753-9F85-794AB5E36759}" dt="2026-10-04T19:06:00.442" v="483" actId="478"/>
        <pc:sldMkLst>
          <pc:docMk/>
          <pc:sldMk cId="0" sldId="2147480225"/>
        </pc:sldMkLst>
        <pc:spChg chg="mod">
          <ac:chgData name="Andres Blanco" userId="065b647c-73cf-4234-94c7-9af85d7c0ea5" providerId="ADAL" clId="{2A5F1791-1E1B-4753-9F85-794AB5E36759}" dt="2026-10-04T19:05:52.404" v="482" actId="113"/>
          <ac:spMkLst>
            <pc:docMk/>
            <pc:sldMk cId="0" sldId="2147480225"/>
            <ac:spMk id="11" creationId="{00000000-0000-0000-0000-000000000000}"/>
          </ac:spMkLst>
        </pc:spChg>
        <pc:graphicFrameChg chg="modGraphic">
          <ac:chgData name="Andres Blanco" userId="065b647c-73cf-4234-94c7-9af85d7c0ea5" providerId="ADAL" clId="{2A5F1791-1E1B-4753-9F85-794AB5E36759}" dt="2026-10-04T19:03:39.757" v="464" actId="20577"/>
          <ac:graphicFrameMkLst>
            <pc:docMk/>
            <pc:sldMk cId="0" sldId="2147480225"/>
            <ac:graphicFrameMk id="6" creationId="{00000000-0000-0000-0000-000000000000}"/>
          </ac:graphicFrameMkLst>
        </pc:graphicFrameChg>
      </pc:sldChg>
      <pc:sldChg chg="modSp mod modNotes">
        <pc:chgData name="Andres Blanco" userId="065b647c-73cf-4234-94c7-9af85d7c0ea5" providerId="ADAL" clId="{2A5F1791-1E1B-4753-9F85-794AB5E36759}" dt="2026-10-04T18:12:25.946" v="356" actId="26606"/>
        <pc:sldMkLst>
          <pc:docMk/>
          <pc:sldMk cId="0" sldId="2147480226"/>
        </pc:sldMkLst>
        <pc:spChg chg="mod">
          <ac:chgData name="Andres Blanco" userId="065b647c-73cf-4234-94c7-9af85d7c0ea5" providerId="ADAL" clId="{2A5F1791-1E1B-4753-9F85-794AB5E36759}" dt="2026-10-04T17:31:10.009" v="242" actId="207"/>
          <ac:spMkLst>
            <pc:docMk/>
            <pc:sldMk cId="0" sldId="2147480226"/>
            <ac:spMk id="12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7:31:12.729" v="243" actId="207"/>
          <ac:spMkLst>
            <pc:docMk/>
            <pc:sldMk cId="0" sldId="2147480226"/>
            <ac:spMk id="13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7:31:49.329" v="245" actId="207"/>
          <ac:spMkLst>
            <pc:docMk/>
            <pc:sldMk cId="0" sldId="2147480226"/>
            <ac:spMk id="16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7:31:54.601" v="246" actId="207"/>
          <ac:spMkLst>
            <pc:docMk/>
            <pc:sldMk cId="0" sldId="2147480226"/>
            <ac:spMk id="17" creationId="{00000000-0000-0000-0000-000000000000}"/>
          </ac:spMkLst>
        </pc:spChg>
        <pc:spChg chg="mod">
          <ac:chgData name="Andres Blanco" userId="065b647c-73cf-4234-94c7-9af85d7c0ea5" providerId="ADAL" clId="{2A5F1791-1E1B-4753-9F85-794AB5E36759}" dt="2026-10-04T17:31:44.303" v="244" actId="207"/>
          <ac:spMkLst>
            <pc:docMk/>
            <pc:sldMk cId="0" sldId="2147480226"/>
            <ac:spMk id="28" creationId="{00000000-0000-0000-0000-000000000000}"/>
          </ac:spMkLst>
        </pc:spChg>
        <pc:graphicFrameChg chg="add mod">
          <ac:chgData name="Andres Blanco" userId="065b647c-73cf-4234-94c7-9af85d7c0ea5" providerId="ADAL" clId="{2A5F1791-1E1B-4753-9F85-794AB5E36759}" dt="2026-10-04T18:12:25.946" v="356" actId="26606"/>
          <ac:graphicFrameMkLst>
            <pc:docMk/>
            <pc:sldMk cId="0" sldId="2147480226"/>
            <ac:graphicFrameMk id="22" creationId="{00000000-0000-0000-0000-000000000000}"/>
          </ac:graphicFrameMkLst>
        </pc:graphicFrameChg>
      </pc:sldChg>
      <pc:sldChg chg="modNotes">
        <pc:chgData name="Andres Blanco" userId="065b647c-73cf-4234-94c7-9af85d7c0ea5" providerId="ADAL" clId="{2A5F1791-1E1B-4753-9F85-794AB5E36759}" dt="2026-10-04T18:07:42.852" v="353" actId="26606"/>
        <pc:sldMkLst>
          <pc:docMk/>
          <pc:sldMk cId="0" sldId="2147480228"/>
        </pc:sldMkLst>
      </pc:sldChg>
      <pc:sldChg chg="modSp mod">
        <pc:chgData name="Andres Blanco" userId="065b647c-73cf-4234-94c7-9af85d7c0ea5" providerId="ADAL" clId="{2A5F1791-1E1B-4753-9F85-794AB5E36759}" dt="2026-10-30T05:22:05.238" v="543" actId="113"/>
        <pc:sldMkLst>
          <pc:docMk/>
          <pc:sldMk cId="0" sldId="2147480237"/>
        </pc:sldMkLst>
        <pc:spChg chg="mod">
          <ac:chgData name="Andres Blanco" userId="065b647c-73cf-4234-94c7-9af85d7c0ea5" providerId="ADAL" clId="{2A5F1791-1E1B-4753-9F85-794AB5E36759}" dt="2026-10-30T05:22:05.238" v="543" actId="113"/>
          <ac:spMkLst>
            <pc:docMk/>
            <pc:sldMk cId="0" sldId="2147480237"/>
            <ac:spMk id="2" creationId="{00000000-0000-0000-0000-000000000000}"/>
          </ac:spMkLst>
        </pc:spChg>
      </pc:sldChg>
      <pc:sldChg chg="mod modShow">
        <pc:chgData name="Andres Blanco" userId="065b647c-73cf-4234-94c7-9af85d7c0ea5" providerId="ADAL" clId="{2A5F1791-1E1B-4753-9F85-794AB5E36759}" dt="2026-10-30T05:26:43.022" v="544" actId="729"/>
        <pc:sldMkLst>
          <pc:docMk/>
          <pc:sldMk cId="0" sldId="2147480239"/>
        </pc:sldMkLst>
      </pc:sldChg>
    </pc:docChg>
  </pc:docChgLst>
  <pc:docChgLst>
    <pc:chgData name="Jose Gomez" userId="S::jose.gomez@kna.kingspan.net::f39c59af-c90e-4a19-8c2e-43013814a746" providerId="AD" clId="Web-{127487D7-CF6D-7B94-4A0E-40D9ED8A7CD4}"/>
    <pc:docChg chg="modSld">
      <pc:chgData name="Jose Gomez" userId="S::jose.gomez@kna.kingspan.net::f39c59af-c90e-4a19-8c2e-43013814a746" providerId="AD" clId="Web-{127487D7-CF6D-7B94-4A0E-40D9ED8A7CD4}" dt="2026-10-05T20:18:51.456" v="1"/>
      <pc:docMkLst>
        <pc:docMk/>
      </pc:docMkLst>
      <pc:sldChg chg="modSp">
        <pc:chgData name="Jose Gomez" userId="S::jose.gomez@kna.kingspan.net::f39c59af-c90e-4a19-8c2e-43013814a746" providerId="AD" clId="Web-{127487D7-CF6D-7B94-4A0E-40D9ED8A7CD4}" dt="2026-10-05T20:18:51.456" v="1"/>
        <pc:sldMkLst>
          <pc:docMk/>
          <pc:sldMk cId="0" sldId="2147480239"/>
        </pc:sldMkLst>
        <pc:graphicFrameChg chg="mod modGraphic">
          <ac:chgData name="Jose Gomez" userId="S::jose.gomez@kna.kingspan.net::f39c59af-c90e-4a19-8c2e-43013814a746" providerId="AD" clId="Web-{127487D7-CF6D-7B94-4A0E-40D9ED8A7CD4}" dt="2026-10-05T20:18:51.456" v="1"/>
          <ac:graphicFrameMkLst>
            <pc:docMk/>
            <pc:sldMk cId="0" sldId="2147480239"/>
            <ac:graphicFrameMk id="7" creationId="{00000000-0000-0000-0000-000000000000}"/>
          </ac:graphicFrameMkLst>
        </pc:graphicFrameChg>
      </pc:sldChg>
    </pc:docChg>
  </pc:docChgLst>
  <pc:docChgLst>
    <pc:chgData name="Maria Rosa Gomez" userId="fa04cbd5-510d-4408-b2e7-4b9e1cd14e91" providerId="ADAL" clId="{965AA143-9E62-413D-A855-F81E81282249}"/>
    <pc:docChg chg="undo redo custSel addSld delSld modSld sldOrd">
      <pc:chgData name="Maria Rosa Gomez" userId="fa04cbd5-510d-4408-b2e7-4b9e1cd14e91" providerId="ADAL" clId="{965AA143-9E62-413D-A855-F81E81282249}" dt="2026-10-30T02:26:18.804" v="2881" actId="20577"/>
      <pc:docMkLst>
        <pc:docMk/>
      </pc:docMkLst>
      <pc:sldChg chg="modSp mod">
        <pc:chgData name="Maria Rosa Gomez" userId="fa04cbd5-510d-4408-b2e7-4b9e1cd14e91" providerId="ADAL" clId="{965AA143-9E62-413D-A855-F81E81282249}" dt="2026-10-29T01:38:53.952" v="496" actId="20577"/>
        <pc:sldMkLst>
          <pc:docMk/>
          <pc:sldMk cId="789086612" sldId="2147480220"/>
        </pc:sldMkLst>
        <pc:spChg chg="mod">
          <ac:chgData name="Maria Rosa Gomez" userId="fa04cbd5-510d-4408-b2e7-4b9e1cd14e91" providerId="ADAL" clId="{965AA143-9E62-413D-A855-F81E81282249}" dt="2026-10-29T01:38:53.952" v="496" actId="20577"/>
          <ac:spMkLst>
            <pc:docMk/>
            <pc:sldMk cId="789086612" sldId="2147480220"/>
            <ac:spMk id="5" creationId="{0F671BDC-4DFB-E55D-5B8B-31FAD97C547D}"/>
          </ac:spMkLst>
        </pc:spChg>
      </pc:sldChg>
      <pc:sldChg chg="delSp modSp mod">
        <pc:chgData name="Maria Rosa Gomez" userId="fa04cbd5-510d-4408-b2e7-4b9e1cd14e91" providerId="ADAL" clId="{965AA143-9E62-413D-A855-F81E81282249}" dt="2026-10-29T22:09:25.120" v="2753" actId="20577"/>
        <pc:sldMkLst>
          <pc:docMk/>
          <pc:sldMk cId="0" sldId="2147480221"/>
        </pc:sldMkLst>
        <pc:spChg chg="mod">
          <ac:chgData name="Maria Rosa Gomez" userId="fa04cbd5-510d-4408-b2e7-4b9e1cd14e91" providerId="ADAL" clId="{965AA143-9E62-413D-A855-F81E81282249}" dt="2026-10-29T02:26:42.756" v="868" actId="20577"/>
          <ac:spMkLst>
            <pc:docMk/>
            <pc:sldMk cId="0" sldId="2147480221"/>
            <ac:spMk id="5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47:33.135" v="542" actId="1076"/>
          <ac:spMkLst>
            <pc:docMk/>
            <pc:sldMk cId="0" sldId="2147480221"/>
            <ac:spMk id="7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48:22.289" v="586" actId="20577"/>
          <ac:spMkLst>
            <pc:docMk/>
            <pc:sldMk cId="0" sldId="2147480221"/>
            <ac:spMk id="9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48:52.091" v="594" actId="20577"/>
          <ac:spMkLst>
            <pc:docMk/>
            <pc:sldMk cId="0" sldId="2147480221"/>
            <ac:spMk id="10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49:24.833" v="599" actId="20577"/>
          <ac:spMkLst>
            <pc:docMk/>
            <pc:sldMk cId="0" sldId="2147480221"/>
            <ac:spMk id="11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0:01.588" v="607" actId="20577"/>
          <ac:spMkLst>
            <pc:docMk/>
            <pc:sldMk cId="0" sldId="2147480221"/>
            <ac:spMk id="14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0:09.732" v="611" actId="20577"/>
          <ac:spMkLst>
            <pc:docMk/>
            <pc:sldMk cId="0" sldId="2147480221"/>
            <ac:spMk id="15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22:09:13.401" v="2739" actId="20577"/>
          <ac:spMkLst>
            <pc:docMk/>
            <pc:sldMk cId="0" sldId="2147480221"/>
            <ac:spMk id="17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4:49.283" v="676" actId="20577"/>
          <ac:spMkLst>
            <pc:docMk/>
            <pc:sldMk cId="0" sldId="2147480221"/>
            <ac:spMk id="18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6:42.482" v="709" actId="20577"/>
          <ac:spMkLst>
            <pc:docMk/>
            <pc:sldMk cId="0" sldId="2147480221"/>
            <ac:spMk id="22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32:15.884" v="947" actId="20577"/>
          <ac:spMkLst>
            <pc:docMk/>
            <pc:sldMk cId="0" sldId="2147480221"/>
            <ac:spMk id="23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2:02.972" v="655" actId="20577"/>
          <ac:spMkLst>
            <pc:docMk/>
            <pc:sldMk cId="0" sldId="2147480221"/>
            <ac:spMk id="24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3:37.282" v="665" actId="20577"/>
          <ac:spMkLst>
            <pc:docMk/>
            <pc:sldMk cId="0" sldId="2147480221"/>
            <ac:spMk id="27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4:16.465" v="670" actId="20577"/>
          <ac:spMkLst>
            <pc:docMk/>
            <pc:sldMk cId="0" sldId="2147480221"/>
            <ac:spMk id="28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22:09:25.120" v="2753" actId="20577"/>
          <ac:spMkLst>
            <pc:docMk/>
            <pc:sldMk cId="0" sldId="2147480221"/>
            <ac:spMk id="30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1:55:47.482" v="707" actId="207"/>
          <ac:spMkLst>
            <pc:docMk/>
            <pc:sldMk cId="0" sldId="2147480221"/>
            <ac:spMk id="31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02:31.969" v="727" actId="20577"/>
          <ac:spMkLst>
            <pc:docMk/>
            <pc:sldMk cId="0" sldId="2147480221"/>
            <ac:spMk id="32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30:35.279" v="942" actId="20577"/>
          <ac:spMkLst>
            <pc:docMk/>
            <pc:sldMk cId="0" sldId="2147480221"/>
            <ac:spMk id="40" creationId="{00000000-0000-0000-0000-000000000000}"/>
          </ac:spMkLst>
        </pc:spChg>
        <pc:graphicFrameChg chg="mod modGraphic">
          <ac:chgData name="Maria Rosa Gomez" userId="fa04cbd5-510d-4408-b2e7-4b9e1cd14e91" providerId="ADAL" clId="{965AA143-9E62-413D-A855-F81E81282249}" dt="2026-10-29T04:08:14.529" v="2012" actId="20577"/>
          <ac:graphicFrameMkLst>
            <pc:docMk/>
            <pc:sldMk cId="0" sldId="2147480221"/>
            <ac:graphicFrameMk id="34" creationId="{00000000-0000-0000-0000-000000000000}"/>
          </ac:graphicFrameMkLst>
        </pc:graphicFrameChg>
        <pc:graphicFrameChg chg="del mod">
          <ac:chgData name="Maria Rosa Gomez" userId="fa04cbd5-510d-4408-b2e7-4b9e1cd14e91" providerId="ADAL" clId="{965AA143-9E62-413D-A855-F81E81282249}" dt="2026-10-29T21:29:40.595" v="2681" actId="478"/>
          <ac:graphicFrameMkLst>
            <pc:docMk/>
            <pc:sldMk cId="0" sldId="2147480221"/>
            <ac:graphicFrameMk id="37" creationId="{00000000-0000-0000-0000-000000000000}"/>
          </ac:graphicFrameMkLst>
        </pc:graphicFrameChg>
      </pc:sldChg>
      <pc:sldChg chg="addSp delSp modSp mod ord">
        <pc:chgData name="Maria Rosa Gomez" userId="fa04cbd5-510d-4408-b2e7-4b9e1cd14e91" providerId="ADAL" clId="{965AA143-9E62-413D-A855-F81E81282249}" dt="2026-10-29T21:29:35.836" v="2680"/>
        <pc:sldMkLst>
          <pc:docMk/>
          <pc:sldMk cId="0" sldId="2147480222"/>
        </pc:sldMkLst>
        <pc:spChg chg="mod">
          <ac:chgData name="Maria Rosa Gomez" userId="fa04cbd5-510d-4408-b2e7-4b9e1cd14e91" providerId="ADAL" clId="{965AA143-9E62-413D-A855-F81E81282249}" dt="2026-10-29T01:39:14.306" v="512" actId="5793"/>
          <ac:spMkLst>
            <pc:docMk/>
            <pc:sldMk cId="0" sldId="2147480222"/>
            <ac:spMk id="3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36:36.561" v="977"/>
          <ac:spMkLst>
            <pc:docMk/>
            <pc:sldMk cId="0" sldId="2147480222"/>
            <ac:spMk id="7" creationId="{00000000-0000-0000-0000-000000000000}"/>
          </ac:spMkLst>
        </pc:spChg>
        <pc:spChg chg="del mod">
          <ac:chgData name="Maria Rosa Gomez" userId="fa04cbd5-510d-4408-b2e7-4b9e1cd14e91" providerId="ADAL" clId="{965AA143-9E62-413D-A855-F81E81282249}" dt="2026-10-29T02:34:28.475" v="971" actId="478"/>
          <ac:spMkLst>
            <pc:docMk/>
            <pc:sldMk cId="0" sldId="2147480222"/>
            <ac:spMk id="8" creationId="{00000000-0000-0000-0000-000000000000}"/>
          </ac:spMkLst>
        </pc:spChg>
        <pc:spChg chg="del mod">
          <ac:chgData name="Maria Rosa Gomez" userId="fa04cbd5-510d-4408-b2e7-4b9e1cd14e91" providerId="ADAL" clId="{965AA143-9E62-413D-A855-F81E81282249}" dt="2026-10-29T02:34:29.930" v="972" actId="478"/>
          <ac:spMkLst>
            <pc:docMk/>
            <pc:sldMk cId="0" sldId="2147480222"/>
            <ac:spMk id="9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36:43.667" v="979" actId="20577"/>
          <ac:spMkLst>
            <pc:docMk/>
            <pc:sldMk cId="0" sldId="2147480222"/>
            <ac:spMk id="11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37:03.504" v="990" actId="20577"/>
          <ac:spMkLst>
            <pc:docMk/>
            <pc:sldMk cId="0" sldId="2147480222"/>
            <ac:spMk id="12" creationId="{00000000-0000-0000-0000-000000000000}"/>
          </ac:spMkLst>
        </pc:spChg>
        <pc:spChg chg="del mod">
          <ac:chgData name="Maria Rosa Gomez" userId="fa04cbd5-510d-4408-b2e7-4b9e1cd14e91" providerId="ADAL" clId="{965AA143-9E62-413D-A855-F81E81282249}" dt="2026-10-29T02:38:03.830" v="1008"/>
          <ac:spMkLst>
            <pc:docMk/>
            <pc:sldMk cId="0" sldId="2147480222"/>
            <ac:spMk id="13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38:23.562" v="1016" actId="20577"/>
          <ac:spMkLst>
            <pc:docMk/>
            <pc:sldMk cId="0" sldId="2147480222"/>
            <ac:spMk id="16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41:15.032" v="1055" actId="20577"/>
          <ac:spMkLst>
            <pc:docMk/>
            <pc:sldMk cId="0" sldId="2147480222"/>
            <ac:spMk id="17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2:46:22.352" v="1152" actId="20577"/>
          <ac:spMkLst>
            <pc:docMk/>
            <pc:sldMk cId="0" sldId="2147480222"/>
            <ac:spMk id="26" creationId="{00000000-0000-0000-0000-000000000000}"/>
          </ac:spMkLst>
        </pc:spChg>
        <pc:spChg chg="add mod">
          <ac:chgData name="Maria Rosa Gomez" userId="fa04cbd5-510d-4408-b2e7-4b9e1cd14e91" providerId="ADAL" clId="{965AA143-9E62-413D-A855-F81E81282249}" dt="2026-10-29T02:34:39.133" v="974" actId="1076"/>
          <ac:spMkLst>
            <pc:docMk/>
            <pc:sldMk cId="0" sldId="2147480222"/>
            <ac:spMk id="27" creationId="{4824D2E2-A715-1673-6A98-E5256ACCA236}"/>
          </ac:spMkLst>
        </pc:spChg>
        <pc:spChg chg="add mod">
          <ac:chgData name="Maria Rosa Gomez" userId="fa04cbd5-510d-4408-b2e7-4b9e1cd14e91" providerId="ADAL" clId="{965AA143-9E62-413D-A855-F81E81282249}" dt="2026-10-29T02:38:00.433" v="1006" actId="20577"/>
          <ac:spMkLst>
            <pc:docMk/>
            <pc:sldMk cId="0" sldId="2147480222"/>
            <ac:spMk id="29" creationId="{A4036789-C3F0-FC61-3B1A-3C4BA03122B7}"/>
          </ac:spMkLst>
        </pc:spChg>
        <pc:graphicFrameChg chg="mod modGraphic">
          <ac:chgData name="Maria Rosa Gomez" userId="fa04cbd5-510d-4408-b2e7-4b9e1cd14e91" providerId="ADAL" clId="{965AA143-9E62-413D-A855-F81E81282249}" dt="2026-10-29T21:29:25.347" v="2674" actId="1076"/>
          <ac:graphicFrameMkLst>
            <pc:docMk/>
            <pc:sldMk cId="0" sldId="2147480222"/>
            <ac:graphicFrameMk id="22" creationId="{00000000-0000-0000-0000-000000000000}"/>
          </ac:graphicFrameMkLst>
        </pc:graphicFrameChg>
        <pc:graphicFrameChg chg="mod">
          <ac:chgData name="Maria Rosa Gomez" userId="fa04cbd5-510d-4408-b2e7-4b9e1cd14e91" providerId="ADAL" clId="{965AA143-9E62-413D-A855-F81E81282249}" dt="2026-10-29T21:29:34.425" v="2678" actId="14100"/>
          <ac:graphicFrameMkLst>
            <pc:docMk/>
            <pc:sldMk cId="0" sldId="2147480222"/>
            <ac:graphicFrameMk id="23" creationId="{00000000-0000-0000-0000-000000000000}"/>
          </ac:graphicFrameMkLst>
        </pc:graphicFrameChg>
      </pc:sldChg>
      <pc:sldChg chg="delSp modSp mod">
        <pc:chgData name="Maria Rosa Gomez" userId="fa04cbd5-510d-4408-b2e7-4b9e1cd14e91" providerId="ADAL" clId="{965AA143-9E62-413D-A855-F81E81282249}" dt="2026-10-29T21:29:53.769" v="2682" actId="478"/>
        <pc:sldMkLst>
          <pc:docMk/>
          <pc:sldMk cId="0" sldId="2147480223"/>
        </pc:sldMkLst>
        <pc:graphicFrameChg chg="mod">
          <ac:chgData name="Maria Rosa Gomez" userId="fa04cbd5-510d-4408-b2e7-4b9e1cd14e91" providerId="ADAL" clId="{965AA143-9E62-413D-A855-F81E81282249}" dt="2026-10-29T02:06:37.169" v="730" actId="1076"/>
          <ac:graphicFrameMkLst>
            <pc:docMk/>
            <pc:sldMk cId="0" sldId="2147480223"/>
            <ac:graphicFrameMk id="6" creationId="{00000000-0000-0000-0000-000000000000}"/>
          </ac:graphicFrameMkLst>
        </pc:graphicFrameChg>
        <pc:graphicFrameChg chg="del">
          <ac:chgData name="Maria Rosa Gomez" userId="fa04cbd5-510d-4408-b2e7-4b9e1cd14e91" providerId="ADAL" clId="{965AA143-9E62-413D-A855-F81E81282249}" dt="2026-10-29T21:29:53.769" v="2682" actId="478"/>
          <ac:graphicFrameMkLst>
            <pc:docMk/>
            <pc:sldMk cId="0" sldId="2147480223"/>
            <ac:graphicFrameMk id="8" creationId="{00000000-0000-0000-0000-000000000000}"/>
          </ac:graphicFrameMkLst>
        </pc:graphicFrameChg>
      </pc:sldChg>
      <pc:sldChg chg="modSp mod">
        <pc:chgData name="Maria Rosa Gomez" userId="fa04cbd5-510d-4408-b2e7-4b9e1cd14e91" providerId="ADAL" clId="{965AA143-9E62-413D-A855-F81E81282249}" dt="2026-10-29T21:30:54.859" v="2692" actId="1076"/>
        <pc:sldMkLst>
          <pc:docMk/>
          <pc:sldMk cId="0" sldId="2147480224"/>
        </pc:sldMkLst>
        <pc:spChg chg="mod">
          <ac:chgData name="Maria Rosa Gomez" userId="fa04cbd5-510d-4408-b2e7-4b9e1cd14e91" providerId="ADAL" clId="{965AA143-9E62-413D-A855-F81E81282249}" dt="2026-10-29T03:33:56.457" v="1477" actId="1076"/>
          <ac:spMkLst>
            <pc:docMk/>
            <pc:sldMk cId="0" sldId="2147480224"/>
            <ac:spMk id="2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3:30:55.211" v="1441" actId="20577"/>
          <ac:spMkLst>
            <pc:docMk/>
            <pc:sldMk cId="0" sldId="2147480224"/>
            <ac:spMk id="8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3:30:45.704" v="1426" actId="20577"/>
          <ac:spMkLst>
            <pc:docMk/>
            <pc:sldMk cId="0" sldId="2147480224"/>
            <ac:spMk id="9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3:43:41.929" v="1506" actId="20577"/>
          <ac:spMkLst>
            <pc:docMk/>
            <pc:sldMk cId="0" sldId="2147480224"/>
            <ac:spMk id="10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3:34:21.900" v="1488" actId="1076"/>
          <ac:spMkLst>
            <pc:docMk/>
            <pc:sldMk cId="0" sldId="2147480224"/>
            <ac:spMk id="13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3:31:27.860" v="1455" actId="20577"/>
          <ac:spMkLst>
            <pc:docMk/>
            <pc:sldMk cId="0" sldId="2147480224"/>
            <ac:spMk id="17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3:44:29.993" v="1510" actId="20577"/>
          <ac:spMkLst>
            <pc:docMk/>
            <pc:sldMk cId="0" sldId="2147480224"/>
            <ac:spMk id="18" creationId="{00000000-0000-0000-0000-000000000000}"/>
          </ac:spMkLst>
        </pc:spChg>
        <pc:graphicFrameChg chg="mod modGraphic">
          <ac:chgData name="Maria Rosa Gomez" userId="fa04cbd5-510d-4408-b2e7-4b9e1cd14e91" providerId="ADAL" clId="{965AA143-9E62-413D-A855-F81E81282249}" dt="2026-10-29T21:30:54.859" v="2692" actId="1076"/>
          <ac:graphicFrameMkLst>
            <pc:docMk/>
            <pc:sldMk cId="0" sldId="2147480224"/>
            <ac:graphicFrameMk id="23" creationId="{00000000-0000-0000-0000-000000000000}"/>
          </ac:graphicFrameMkLst>
        </pc:graphicFrameChg>
        <pc:graphicFrameChg chg="mod">
          <ac:chgData name="Maria Rosa Gomez" userId="fa04cbd5-510d-4408-b2e7-4b9e1cd14e91" providerId="ADAL" clId="{965AA143-9E62-413D-A855-F81E81282249}" dt="2026-10-29T21:30:46.212" v="2689" actId="14100"/>
          <ac:graphicFrameMkLst>
            <pc:docMk/>
            <pc:sldMk cId="0" sldId="2147480224"/>
            <ac:graphicFrameMk id="24" creationId="{00000000-0000-0000-0000-000000000000}"/>
          </ac:graphicFrameMkLst>
        </pc:graphicFrameChg>
      </pc:sldChg>
      <pc:sldChg chg="delSp modSp mod">
        <pc:chgData name="Maria Rosa Gomez" userId="fa04cbd5-510d-4408-b2e7-4b9e1cd14e91" providerId="ADAL" clId="{965AA143-9E62-413D-A855-F81E81282249}" dt="2026-10-29T21:36:13.009" v="2694" actId="478"/>
        <pc:sldMkLst>
          <pc:docMk/>
          <pc:sldMk cId="0" sldId="2147480225"/>
        </pc:sldMkLst>
        <pc:graphicFrameChg chg="del mod">
          <ac:chgData name="Maria Rosa Gomez" userId="fa04cbd5-510d-4408-b2e7-4b9e1cd14e91" providerId="ADAL" clId="{965AA143-9E62-413D-A855-F81E81282249}" dt="2026-10-29T21:36:13.009" v="2694" actId="478"/>
          <ac:graphicFrameMkLst>
            <pc:docMk/>
            <pc:sldMk cId="0" sldId="2147480225"/>
            <ac:graphicFrameMk id="8" creationId="{00000000-0000-0000-0000-000000000000}"/>
          </ac:graphicFrameMkLst>
        </pc:graphicFrameChg>
      </pc:sldChg>
      <pc:sldChg chg="del">
        <pc:chgData name="Maria Rosa Gomez" userId="fa04cbd5-510d-4408-b2e7-4b9e1cd14e91" providerId="ADAL" clId="{965AA143-9E62-413D-A855-F81E81282249}" dt="2026-10-29T21:38:09.025" v="2696" actId="2696"/>
        <pc:sldMkLst>
          <pc:docMk/>
          <pc:sldMk cId="0" sldId="2147480227"/>
        </pc:sldMkLst>
      </pc:sldChg>
      <pc:sldChg chg="modSp mod modShow">
        <pc:chgData name="Maria Rosa Gomez" userId="fa04cbd5-510d-4408-b2e7-4b9e1cd14e91" providerId="ADAL" clId="{965AA143-9E62-413D-A855-F81E81282249}" dt="2026-10-30T02:26:18.804" v="2881" actId="20577"/>
        <pc:sldMkLst>
          <pc:docMk/>
          <pc:sldMk cId="0" sldId="2147480228"/>
        </pc:sldMkLst>
        <pc:spChg chg="mod">
          <ac:chgData name="Maria Rosa Gomez" userId="fa04cbd5-510d-4408-b2e7-4b9e1cd14e91" providerId="ADAL" clId="{965AA143-9E62-413D-A855-F81E81282249}" dt="2026-10-29T04:42:12.849" v="2212" actId="20577"/>
          <ac:spMkLst>
            <pc:docMk/>
            <pc:sldMk cId="0" sldId="2147480228"/>
            <ac:spMk id="4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3:06.073" v="2030" actId="20577"/>
          <ac:spMkLst>
            <pc:docMk/>
            <pc:sldMk cId="0" sldId="2147480228"/>
            <ac:spMk id="8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3:33.220" v="2035" actId="20577"/>
          <ac:spMkLst>
            <pc:docMk/>
            <pc:sldMk cId="0" sldId="2147480228"/>
            <ac:spMk id="9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4:01.297" v="2052" actId="20577"/>
          <ac:spMkLst>
            <pc:docMk/>
            <pc:sldMk cId="0" sldId="2147480228"/>
            <ac:spMk id="12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4:13.818" v="2054" actId="20577"/>
          <ac:spMkLst>
            <pc:docMk/>
            <pc:sldMk cId="0" sldId="2147480228"/>
            <ac:spMk id="13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3:51.353" v="2044" actId="20577"/>
          <ac:spMkLst>
            <pc:docMk/>
            <pc:sldMk cId="0" sldId="2147480228"/>
            <ac:spMk id="16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4:45.826" v="2062" actId="20577"/>
          <ac:spMkLst>
            <pc:docMk/>
            <pc:sldMk cId="0" sldId="2147480228"/>
            <ac:spMk id="17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5:28.812" v="2066" actId="20577"/>
          <ac:spMkLst>
            <pc:docMk/>
            <pc:sldMk cId="0" sldId="2147480228"/>
            <ac:spMk id="20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4:35:58.611" v="2070" actId="20577"/>
          <ac:spMkLst>
            <pc:docMk/>
            <pc:sldMk cId="0" sldId="2147480228"/>
            <ac:spMk id="21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30T02:26:18.804" v="2881" actId="20577"/>
          <ac:spMkLst>
            <pc:docMk/>
            <pc:sldMk cId="0" sldId="2147480228"/>
            <ac:spMk id="27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30T02:26:05.969" v="2862" actId="1076"/>
          <ac:spMkLst>
            <pc:docMk/>
            <pc:sldMk cId="0" sldId="2147480228"/>
            <ac:spMk id="28" creationId="{00000000-0000-0000-0000-000000000000}"/>
          </ac:spMkLst>
        </pc:spChg>
        <pc:graphicFrameChg chg="mod modGraphic">
          <ac:chgData name="Maria Rosa Gomez" userId="fa04cbd5-510d-4408-b2e7-4b9e1cd14e91" providerId="ADAL" clId="{965AA143-9E62-413D-A855-F81E81282249}" dt="2026-10-30T02:09:52.263" v="2855" actId="20577"/>
          <ac:graphicFrameMkLst>
            <pc:docMk/>
            <pc:sldMk cId="0" sldId="2147480228"/>
            <ac:graphicFrameMk id="23" creationId="{00000000-0000-0000-0000-000000000000}"/>
          </ac:graphicFrameMkLst>
        </pc:graphicFrameChg>
        <pc:graphicFrameChg chg="mod">
          <ac:chgData name="Maria Rosa Gomez" userId="fa04cbd5-510d-4408-b2e7-4b9e1cd14e91" providerId="ADAL" clId="{965AA143-9E62-413D-A855-F81E81282249}" dt="2026-10-29T04:11:05.697" v="2014" actId="1076"/>
          <ac:graphicFrameMkLst>
            <pc:docMk/>
            <pc:sldMk cId="0" sldId="2147480228"/>
            <ac:graphicFrameMk id="25" creationId="{00000000-0000-0000-0000-000000000000}"/>
          </ac:graphicFrameMkLst>
        </pc:graphicFrameChg>
      </pc:sldChg>
      <pc:sldChg chg="addSp delSp modSp del mod">
        <pc:chgData name="Maria Rosa Gomez" userId="fa04cbd5-510d-4408-b2e7-4b9e1cd14e91" providerId="ADAL" clId="{965AA143-9E62-413D-A855-F81E81282249}" dt="2026-10-29T21:37:53.615" v="2695" actId="2696"/>
        <pc:sldMkLst>
          <pc:docMk/>
          <pc:sldMk cId="0" sldId="2147480235"/>
        </pc:sldMkLst>
        <pc:spChg chg="mod">
          <ac:chgData name="Maria Rosa Gomez" userId="fa04cbd5-510d-4408-b2e7-4b9e1cd14e91" providerId="ADAL" clId="{965AA143-9E62-413D-A855-F81E81282249}" dt="2026-10-29T14:09:15.776" v="2533" actId="5793"/>
          <ac:spMkLst>
            <pc:docMk/>
            <pc:sldMk cId="0" sldId="2147480235"/>
            <ac:spMk id="2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14:14:52.575" v="2541" actId="20577"/>
          <ac:spMkLst>
            <pc:docMk/>
            <pc:sldMk cId="0" sldId="2147480235"/>
            <ac:spMk id="8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6:08:43.866" v="2488" actId="20577"/>
          <ac:spMkLst>
            <pc:docMk/>
            <pc:sldMk cId="0" sldId="2147480235"/>
            <ac:spMk id="12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06:09:21.273" v="2518" actId="20577"/>
          <ac:spMkLst>
            <pc:docMk/>
            <pc:sldMk cId="0" sldId="2147480235"/>
            <ac:spMk id="13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14:26:06.751" v="2557" actId="20577"/>
          <ac:spMkLst>
            <pc:docMk/>
            <pc:sldMk cId="0" sldId="2147480235"/>
            <ac:spMk id="24" creationId="{00000000-0000-0000-0000-000000000000}"/>
          </ac:spMkLst>
        </pc:spChg>
        <pc:spChg chg="mod">
          <ac:chgData name="Maria Rosa Gomez" userId="fa04cbd5-510d-4408-b2e7-4b9e1cd14e91" providerId="ADAL" clId="{965AA143-9E62-413D-A855-F81E81282249}" dt="2026-10-29T14:26:33.108" v="2567" actId="20577"/>
          <ac:spMkLst>
            <pc:docMk/>
            <pc:sldMk cId="0" sldId="2147480235"/>
            <ac:spMk id="25" creationId="{00000000-0000-0000-0000-000000000000}"/>
          </ac:spMkLst>
        </pc:spChg>
        <pc:picChg chg="add mod">
          <ac:chgData name="Maria Rosa Gomez" userId="fa04cbd5-510d-4408-b2e7-4b9e1cd14e91" providerId="ADAL" clId="{965AA143-9E62-413D-A855-F81E81282249}" dt="2026-10-29T14:40:15.553" v="2574" actId="1076"/>
          <ac:picMkLst>
            <pc:docMk/>
            <pc:sldMk cId="0" sldId="2147480235"/>
            <ac:picMk id="17" creationId="{E49DFEFD-7865-848A-2A38-66DC138A5AA8}"/>
          </ac:picMkLst>
        </pc:picChg>
        <pc:picChg chg="mod">
          <ac:chgData name="Maria Rosa Gomez" userId="fa04cbd5-510d-4408-b2e7-4b9e1cd14e91" providerId="ADAL" clId="{965AA143-9E62-413D-A855-F81E81282249}" dt="2026-10-29T02:31:48.709" v="944" actId="1076"/>
          <ac:picMkLst>
            <pc:docMk/>
            <pc:sldMk cId="0" sldId="2147480235"/>
            <ac:picMk id="27" creationId="{00000000-0000-0000-0000-000000000000}"/>
          </ac:picMkLst>
        </pc:picChg>
        <pc:picChg chg="del">
          <ac:chgData name="Maria Rosa Gomez" userId="fa04cbd5-510d-4408-b2e7-4b9e1cd14e91" providerId="ADAL" clId="{965AA143-9E62-413D-A855-F81E81282249}" dt="2026-10-29T14:38:53.408" v="2568" actId="478"/>
          <ac:picMkLst>
            <pc:docMk/>
            <pc:sldMk cId="0" sldId="2147480235"/>
            <ac:picMk id="39" creationId="{00000000-0000-0000-0000-000000000000}"/>
          </ac:picMkLst>
        </pc:picChg>
      </pc:sldChg>
      <pc:sldChg chg="addSp delSp modSp mod modShow">
        <pc:chgData name="Maria Rosa Gomez" userId="fa04cbd5-510d-4408-b2e7-4b9e1cd14e91" providerId="ADAL" clId="{965AA143-9E62-413D-A855-F81E81282249}" dt="2026-10-29T05:37:05.114" v="2484" actId="14100"/>
        <pc:sldMkLst>
          <pc:docMk/>
          <pc:sldMk cId="0" sldId="2147480237"/>
        </pc:sldMkLst>
        <pc:spChg chg="mod">
          <ac:chgData name="Maria Rosa Gomez" userId="fa04cbd5-510d-4408-b2e7-4b9e1cd14e91" providerId="ADAL" clId="{965AA143-9E62-413D-A855-F81E81282249}" dt="2026-10-29T05:24:43.392" v="2272" actId="20577"/>
          <ac:spMkLst>
            <pc:docMk/>
            <pc:sldMk cId="0" sldId="2147480237"/>
            <ac:spMk id="2" creationId="{00000000-0000-0000-0000-000000000000}"/>
          </ac:spMkLst>
        </pc:spChg>
        <pc:spChg chg="del mod">
          <ac:chgData name="Maria Rosa Gomez" userId="fa04cbd5-510d-4408-b2e7-4b9e1cd14e91" providerId="ADAL" clId="{965AA143-9E62-413D-A855-F81E81282249}" dt="2026-10-29T05:25:00.523" v="2280"/>
          <ac:spMkLst>
            <pc:docMk/>
            <pc:sldMk cId="0" sldId="2147480237"/>
            <ac:spMk id="5" creationId="{00000000-0000-0000-0000-000000000000}"/>
          </ac:spMkLst>
        </pc:spChg>
        <pc:spChg chg="del mod">
          <ac:chgData name="Maria Rosa Gomez" userId="fa04cbd5-510d-4408-b2e7-4b9e1cd14e91" providerId="ADAL" clId="{965AA143-9E62-413D-A855-F81E81282249}" dt="2026-10-29T05:24:20.947" v="2243" actId="478"/>
          <ac:spMkLst>
            <pc:docMk/>
            <pc:sldMk cId="0" sldId="2147480237"/>
            <ac:spMk id="7" creationId="{00000000-0000-0000-0000-000000000000}"/>
          </ac:spMkLst>
        </pc:spChg>
        <pc:spChg chg="del">
          <ac:chgData name="Maria Rosa Gomez" userId="fa04cbd5-510d-4408-b2e7-4b9e1cd14e91" providerId="ADAL" clId="{965AA143-9E62-413D-A855-F81E81282249}" dt="2026-10-29T05:24:31.977" v="2256" actId="478"/>
          <ac:spMkLst>
            <pc:docMk/>
            <pc:sldMk cId="0" sldId="2147480237"/>
            <ac:spMk id="12" creationId="{00000000-0000-0000-0000-000000000000}"/>
          </ac:spMkLst>
        </pc:spChg>
        <pc:spChg chg="del">
          <ac:chgData name="Maria Rosa Gomez" userId="fa04cbd5-510d-4408-b2e7-4b9e1cd14e91" providerId="ADAL" clId="{965AA143-9E62-413D-A855-F81E81282249}" dt="2026-10-29T05:24:21.995" v="2244" actId="478"/>
          <ac:spMkLst>
            <pc:docMk/>
            <pc:sldMk cId="0" sldId="2147480237"/>
            <ac:spMk id="13" creationId="{00000000-0000-0000-0000-000000000000}"/>
          </ac:spMkLst>
        </pc:spChg>
        <pc:spChg chg="del">
          <ac:chgData name="Maria Rosa Gomez" userId="fa04cbd5-510d-4408-b2e7-4b9e1cd14e91" providerId="ADAL" clId="{965AA143-9E62-413D-A855-F81E81282249}" dt="2026-10-29T05:24:27.578" v="2250" actId="478"/>
          <ac:spMkLst>
            <pc:docMk/>
            <pc:sldMk cId="0" sldId="2147480237"/>
            <ac:spMk id="14" creationId="{00000000-0000-0000-0000-000000000000}"/>
          </ac:spMkLst>
        </pc:spChg>
        <pc:spChg chg="del">
          <ac:chgData name="Maria Rosa Gomez" userId="fa04cbd5-510d-4408-b2e7-4b9e1cd14e91" providerId="ADAL" clId="{965AA143-9E62-413D-A855-F81E81282249}" dt="2026-10-29T05:24:28.120" v="2251" actId="478"/>
          <ac:spMkLst>
            <pc:docMk/>
            <pc:sldMk cId="0" sldId="2147480237"/>
            <ac:spMk id="15" creationId="{00000000-0000-0000-0000-000000000000}"/>
          </ac:spMkLst>
        </pc:spChg>
        <pc:spChg chg="del">
          <ac:chgData name="Maria Rosa Gomez" userId="fa04cbd5-510d-4408-b2e7-4b9e1cd14e91" providerId="ADAL" clId="{965AA143-9E62-413D-A855-F81E81282249}" dt="2026-10-29T05:24:30.728" v="2255" actId="478"/>
          <ac:spMkLst>
            <pc:docMk/>
            <pc:sldMk cId="0" sldId="2147480237"/>
            <ac:spMk id="16" creationId="{00000000-0000-0000-0000-000000000000}"/>
          </ac:spMkLst>
        </pc:spChg>
        <pc:spChg chg="del mod">
          <ac:chgData name="Maria Rosa Gomez" userId="fa04cbd5-510d-4408-b2e7-4b9e1cd14e91" providerId="ADAL" clId="{965AA143-9E62-413D-A855-F81E81282249}" dt="2026-10-29T05:24:29.763" v="2254" actId="478"/>
          <ac:spMkLst>
            <pc:docMk/>
            <pc:sldMk cId="0" sldId="2147480237"/>
            <ac:spMk id="17" creationId="{00000000-0000-0000-0000-000000000000}"/>
          </ac:spMkLst>
        </pc:spChg>
        <pc:spChg chg="del">
          <ac:chgData name="Maria Rosa Gomez" userId="fa04cbd5-510d-4408-b2e7-4b9e1cd14e91" providerId="ADAL" clId="{965AA143-9E62-413D-A855-F81E81282249}" dt="2026-10-29T05:24:27.012" v="2249" actId="478"/>
          <ac:spMkLst>
            <pc:docMk/>
            <pc:sldMk cId="0" sldId="2147480237"/>
            <ac:spMk id="18" creationId="{00000000-0000-0000-0000-000000000000}"/>
          </ac:spMkLst>
        </pc:spChg>
        <pc:spChg chg="del">
          <ac:chgData name="Maria Rosa Gomez" userId="fa04cbd5-510d-4408-b2e7-4b9e1cd14e91" providerId="ADAL" clId="{965AA143-9E62-413D-A855-F81E81282249}" dt="2026-10-29T05:24:26.539" v="2248" actId="478"/>
          <ac:spMkLst>
            <pc:docMk/>
            <pc:sldMk cId="0" sldId="2147480237"/>
            <ac:spMk id="19" creationId="{00000000-0000-0000-0000-000000000000}"/>
          </ac:spMkLst>
        </pc:spChg>
        <pc:spChg chg="add mod">
          <ac:chgData name="Maria Rosa Gomez" userId="fa04cbd5-510d-4408-b2e7-4b9e1cd14e91" providerId="ADAL" clId="{965AA143-9E62-413D-A855-F81E81282249}" dt="2026-10-29T05:35:17.591" v="2469" actId="113"/>
          <ac:spMkLst>
            <pc:docMk/>
            <pc:sldMk cId="0" sldId="2147480237"/>
            <ac:spMk id="21" creationId="{3CF35A8A-3013-CB15-A61D-890A105FBED0}"/>
          </ac:spMkLst>
        </pc:spChg>
        <pc:graphicFrameChg chg="add mod">
          <ac:chgData name="Maria Rosa Gomez" userId="fa04cbd5-510d-4408-b2e7-4b9e1cd14e91" providerId="ADAL" clId="{965AA143-9E62-413D-A855-F81E81282249}" dt="2026-10-29T05:24:56.661" v="2278"/>
          <ac:graphicFrameMkLst>
            <pc:docMk/>
            <pc:sldMk cId="0" sldId="2147480237"/>
            <ac:graphicFrameMk id="3" creationId="{9D6E3715-1807-9569-2C92-EF5B10034D72}"/>
          </ac:graphicFrameMkLst>
        </pc:graphicFrameChg>
        <pc:graphicFrameChg chg="add del mod modGraphic">
          <ac:chgData name="Maria Rosa Gomez" userId="fa04cbd5-510d-4408-b2e7-4b9e1cd14e91" providerId="ADAL" clId="{965AA143-9E62-413D-A855-F81E81282249}" dt="2026-10-29T05:37:05.114" v="2484" actId="14100"/>
          <ac:graphicFrameMkLst>
            <pc:docMk/>
            <pc:sldMk cId="0" sldId="2147480237"/>
            <ac:graphicFrameMk id="4" creationId="{55CEEF8C-C2DA-B34F-B98F-940C5E9AE8E5}"/>
          </ac:graphicFrameMkLst>
        </pc:graphicFrameChg>
        <pc:graphicFrameChg chg="del mod">
          <ac:chgData name="Maria Rosa Gomez" userId="fa04cbd5-510d-4408-b2e7-4b9e1cd14e91" providerId="ADAL" clId="{965AA143-9E62-413D-A855-F81E81282249}" dt="2026-10-29T05:24:19.632" v="2241" actId="478"/>
          <ac:graphicFrameMkLst>
            <pc:docMk/>
            <pc:sldMk cId="0" sldId="2147480237"/>
            <ac:graphicFrameMk id="8" creationId="{00000000-0000-0000-0000-000000000000}"/>
          </ac:graphicFrameMkLst>
        </pc:graphicFrameChg>
        <pc:graphicFrameChg chg="del">
          <ac:chgData name="Maria Rosa Gomez" userId="fa04cbd5-510d-4408-b2e7-4b9e1cd14e91" providerId="ADAL" clId="{965AA143-9E62-413D-A855-F81E81282249}" dt="2026-10-29T05:24:18.576" v="2240" actId="478"/>
          <ac:graphicFrameMkLst>
            <pc:docMk/>
            <pc:sldMk cId="0" sldId="2147480237"/>
            <ac:graphicFrameMk id="9" creationId="{00000000-0000-0000-0000-000000000000}"/>
          </ac:graphicFrameMkLst>
        </pc:graphicFrameChg>
        <pc:graphicFrameChg chg="del">
          <ac:chgData name="Maria Rosa Gomez" userId="fa04cbd5-510d-4408-b2e7-4b9e1cd14e91" providerId="ADAL" clId="{965AA143-9E62-413D-A855-F81E81282249}" dt="2026-10-29T05:24:33.291" v="2257" actId="478"/>
          <ac:graphicFrameMkLst>
            <pc:docMk/>
            <pc:sldMk cId="0" sldId="2147480237"/>
            <ac:graphicFrameMk id="10" creationId="{00000000-0000-0000-0000-000000000000}"/>
          </ac:graphicFrameMkLst>
        </pc:graphicFrameChg>
        <pc:graphicFrameChg chg="del modGraphic">
          <ac:chgData name="Maria Rosa Gomez" userId="fa04cbd5-510d-4408-b2e7-4b9e1cd14e91" providerId="ADAL" clId="{965AA143-9E62-413D-A855-F81E81282249}" dt="2026-10-29T05:24:25.876" v="2247" actId="478"/>
          <ac:graphicFrameMkLst>
            <pc:docMk/>
            <pc:sldMk cId="0" sldId="2147480237"/>
            <ac:graphicFrameMk id="11" creationId="{00000000-0000-0000-0000-000000000000}"/>
          </ac:graphicFrameMkLst>
        </pc:graphicFrameChg>
      </pc:sldChg>
      <pc:sldChg chg="delSp mod">
        <pc:chgData name="Maria Rosa Gomez" userId="fa04cbd5-510d-4408-b2e7-4b9e1cd14e91" providerId="ADAL" clId="{965AA143-9E62-413D-A855-F81E81282249}" dt="2026-10-29T22:09:00.458" v="2729" actId="478"/>
        <pc:sldMkLst>
          <pc:docMk/>
          <pc:sldMk cId="0" sldId="2147480238"/>
        </pc:sldMkLst>
        <pc:graphicFrameChg chg="del">
          <ac:chgData name="Maria Rosa Gomez" userId="fa04cbd5-510d-4408-b2e7-4b9e1cd14e91" providerId="ADAL" clId="{965AA143-9E62-413D-A855-F81E81282249}" dt="2026-10-29T22:09:00.458" v="2729" actId="478"/>
          <ac:graphicFrameMkLst>
            <pc:docMk/>
            <pc:sldMk cId="0" sldId="2147480238"/>
            <ac:graphicFrameMk id="27" creationId="{00000000-0000-0000-0000-000000000000}"/>
          </ac:graphicFrameMkLst>
        </pc:graphicFrameChg>
      </pc:sldChg>
      <pc:sldChg chg="modSp add mod">
        <pc:chgData name="Maria Rosa Gomez" userId="fa04cbd5-510d-4408-b2e7-4b9e1cd14e91" providerId="ADAL" clId="{965AA143-9E62-413D-A855-F81E81282249}" dt="2026-10-29T04:53:46.618" v="2236" actId="20577"/>
        <pc:sldMkLst>
          <pc:docMk/>
          <pc:sldMk cId="175077036" sldId="2147480240"/>
        </pc:sldMkLst>
        <pc:spChg chg="mod">
          <ac:chgData name="Maria Rosa Gomez" userId="fa04cbd5-510d-4408-b2e7-4b9e1cd14e91" providerId="ADAL" clId="{965AA143-9E62-413D-A855-F81E81282249}" dt="2026-10-29T04:53:46.618" v="2236" actId="20577"/>
          <ac:spMkLst>
            <pc:docMk/>
            <pc:sldMk cId="175077036" sldId="2147480240"/>
            <ac:spMk id="2" creationId="{86B36DEF-455A-A015-1A11-3E1C2FDDA06D}"/>
          </ac:spMkLst>
        </pc:spChg>
      </pc:sldChg>
      <pc:sldChg chg="addSp delSp modSp add mod">
        <pc:chgData name="Maria Rosa Gomez" userId="fa04cbd5-510d-4408-b2e7-4b9e1cd14e91" providerId="ADAL" clId="{965AA143-9E62-413D-A855-F81E81282249}" dt="2026-10-30T02:10:45.525" v="2858" actId="207"/>
        <pc:sldMkLst>
          <pc:docMk/>
          <pc:sldMk cId="3010628300" sldId="2147480241"/>
        </pc:sldMkLst>
        <pc:spChg chg="mod">
          <ac:chgData name="Maria Rosa Gomez" userId="fa04cbd5-510d-4408-b2e7-4b9e1cd14e91" providerId="ADAL" clId="{965AA143-9E62-413D-A855-F81E81282249}" dt="2026-10-30T02:10:45.525" v="2858" actId="207"/>
          <ac:spMkLst>
            <pc:docMk/>
            <pc:sldMk cId="3010628300" sldId="2147480241"/>
            <ac:spMk id="16" creationId="{8DA33009-081C-D5BC-1BF7-F3B5C7C5F27A}"/>
          </ac:spMkLst>
        </pc:spChg>
        <pc:spChg chg="mod">
          <ac:chgData name="Maria Rosa Gomez" userId="fa04cbd5-510d-4408-b2e7-4b9e1cd14e91" providerId="ADAL" clId="{965AA143-9E62-413D-A855-F81E81282249}" dt="2026-10-29T22:08:36.079" v="2728" actId="20577"/>
          <ac:spMkLst>
            <pc:docMk/>
            <pc:sldMk cId="3010628300" sldId="2147480241"/>
            <ac:spMk id="20" creationId="{384F03E3-3B02-EC9D-FE37-18C1ADFCF57C}"/>
          </ac:spMkLst>
        </pc:spChg>
        <pc:spChg chg="mod">
          <ac:chgData name="Maria Rosa Gomez" userId="fa04cbd5-510d-4408-b2e7-4b9e1cd14e91" providerId="ADAL" clId="{965AA143-9E62-413D-A855-F81E81282249}" dt="2026-10-29T22:19:56.660" v="2771" actId="207"/>
          <ac:spMkLst>
            <pc:docMk/>
            <pc:sldMk cId="3010628300" sldId="2147480241"/>
            <ac:spMk id="29" creationId="{53CD045C-EE26-27A1-A469-351BF3102BF7}"/>
          </ac:spMkLst>
        </pc:spChg>
        <pc:spChg chg="mod">
          <ac:chgData name="Maria Rosa Gomez" userId="fa04cbd5-510d-4408-b2e7-4b9e1cd14e91" providerId="ADAL" clId="{965AA143-9E62-413D-A855-F81E81282249}" dt="2026-10-29T22:20:03.720" v="2774" actId="123"/>
          <ac:spMkLst>
            <pc:docMk/>
            <pc:sldMk cId="3010628300" sldId="2147480241"/>
            <ac:spMk id="30" creationId="{B957D22A-4C50-E862-A51C-3D38FFEAFD3D}"/>
          </ac:spMkLst>
        </pc:spChg>
        <pc:spChg chg="del">
          <ac:chgData name="Maria Rosa Gomez" userId="fa04cbd5-510d-4408-b2e7-4b9e1cd14e91" providerId="ADAL" clId="{965AA143-9E62-413D-A855-F81E81282249}" dt="2026-10-29T22:19:59.449" v="2772" actId="478"/>
          <ac:spMkLst>
            <pc:docMk/>
            <pc:sldMk cId="3010628300" sldId="2147480241"/>
            <ac:spMk id="31" creationId="{EBD51C25-287C-576A-224F-9A2F1B53CEEF}"/>
          </ac:spMkLst>
        </pc:spChg>
        <pc:spChg chg="add del mod">
          <ac:chgData name="Maria Rosa Gomez" userId="fa04cbd5-510d-4408-b2e7-4b9e1cd14e91" providerId="ADAL" clId="{965AA143-9E62-413D-A855-F81E81282249}" dt="2026-10-30T02:02:23.499" v="2821" actId="20577"/>
          <ac:spMkLst>
            <pc:docMk/>
            <pc:sldMk cId="3010628300" sldId="2147480241"/>
            <ac:spMk id="35" creationId="{5B7148E2-42CF-81B4-CCB6-9055A4A15058}"/>
          </ac:spMkLst>
        </pc:spChg>
        <pc:spChg chg="mod">
          <ac:chgData name="Maria Rosa Gomez" userId="fa04cbd5-510d-4408-b2e7-4b9e1cd14e91" providerId="ADAL" clId="{965AA143-9E62-413D-A855-F81E81282249}" dt="2026-10-30T02:02:09.798" v="2814" actId="1076"/>
          <ac:spMkLst>
            <pc:docMk/>
            <pc:sldMk cId="3010628300" sldId="2147480241"/>
            <ac:spMk id="36" creationId="{70005F0E-075F-3374-9F24-B532C212BA2A}"/>
          </ac:spMkLst>
        </pc:spChg>
        <pc:spChg chg="del mod">
          <ac:chgData name="Maria Rosa Gomez" userId="fa04cbd5-510d-4408-b2e7-4b9e1cd14e91" providerId="ADAL" clId="{965AA143-9E62-413D-A855-F81E81282249}" dt="2026-10-30T02:02:06.779" v="2813" actId="478"/>
          <ac:spMkLst>
            <pc:docMk/>
            <pc:sldMk cId="3010628300" sldId="2147480241"/>
            <ac:spMk id="37" creationId="{CBF414A6-49CE-B7D8-C32F-4BE7B2EDAAB2}"/>
          </ac:spMkLst>
        </pc:spChg>
        <pc:spChg chg="mod">
          <ac:chgData name="Maria Rosa Gomez" userId="fa04cbd5-510d-4408-b2e7-4b9e1cd14e91" providerId="ADAL" clId="{965AA143-9E62-413D-A855-F81E81282249}" dt="2026-10-29T14:48:34.755" v="2657" actId="1076"/>
          <ac:spMkLst>
            <pc:docMk/>
            <pc:sldMk cId="3010628300" sldId="2147480241"/>
            <ac:spMk id="41" creationId="{78731C20-29B1-96F8-90D9-CB70EAD5BA08}"/>
          </ac:spMkLst>
        </pc:spChg>
        <pc:spChg chg="mod">
          <ac:chgData name="Maria Rosa Gomez" userId="fa04cbd5-510d-4408-b2e7-4b9e1cd14e91" providerId="ADAL" clId="{965AA143-9E62-413D-A855-F81E81282249}" dt="2026-10-29T14:48:53.404" v="2661" actId="14100"/>
          <ac:spMkLst>
            <pc:docMk/>
            <pc:sldMk cId="3010628300" sldId="2147480241"/>
            <ac:spMk id="42" creationId="{6B2E1EB4-7434-655F-8D66-6F1FA94A6ED6}"/>
          </ac:spMkLst>
        </pc:spChg>
        <pc:spChg chg="mod">
          <ac:chgData name="Maria Rosa Gomez" userId="fa04cbd5-510d-4408-b2e7-4b9e1cd14e91" providerId="ADAL" clId="{965AA143-9E62-413D-A855-F81E81282249}" dt="2026-10-29T14:49:15.539" v="2664" actId="1076"/>
          <ac:spMkLst>
            <pc:docMk/>
            <pc:sldMk cId="3010628300" sldId="2147480241"/>
            <ac:spMk id="43" creationId="{E238E427-FBDB-1577-FF5B-3C420C699581}"/>
          </ac:spMkLst>
        </pc:spChg>
        <pc:spChg chg="add del">
          <ac:chgData name="Maria Rosa Gomez" userId="fa04cbd5-510d-4408-b2e7-4b9e1cd14e91" providerId="ADAL" clId="{965AA143-9E62-413D-A855-F81E81282249}" dt="2026-10-29T14:40:38.766" v="2579" actId="478"/>
          <ac:spMkLst>
            <pc:docMk/>
            <pc:sldMk cId="3010628300" sldId="2147480241"/>
            <ac:spMk id="44" creationId="{6FFCF613-2D71-A645-917D-6C3CC3B96252}"/>
          </ac:spMkLst>
        </pc:spChg>
        <pc:spChg chg="mod">
          <ac:chgData name="Maria Rosa Gomez" userId="fa04cbd5-510d-4408-b2e7-4b9e1cd14e91" providerId="ADAL" clId="{965AA143-9E62-413D-A855-F81E81282249}" dt="2026-10-29T14:45:58.329" v="2645" actId="1076"/>
          <ac:spMkLst>
            <pc:docMk/>
            <pc:sldMk cId="3010628300" sldId="2147480241"/>
            <ac:spMk id="47" creationId="{C4E14901-6EAA-83AD-60D7-7186C7A1861A}"/>
          </ac:spMkLst>
        </pc:spChg>
        <pc:spChg chg="mod">
          <ac:chgData name="Maria Rosa Gomez" userId="fa04cbd5-510d-4408-b2e7-4b9e1cd14e91" providerId="ADAL" clId="{965AA143-9E62-413D-A855-F81E81282249}" dt="2026-10-29T14:46:41.303" v="2652" actId="1076"/>
          <ac:spMkLst>
            <pc:docMk/>
            <pc:sldMk cId="3010628300" sldId="2147480241"/>
            <ac:spMk id="48" creationId="{5419DC51-983F-700A-1E5D-19D501769910}"/>
          </ac:spMkLst>
        </pc:spChg>
        <pc:spChg chg="mod">
          <ac:chgData name="Maria Rosa Gomez" userId="fa04cbd5-510d-4408-b2e7-4b9e1cd14e91" providerId="ADAL" clId="{965AA143-9E62-413D-A855-F81E81282249}" dt="2026-10-29T14:46:31.466" v="2650"/>
          <ac:spMkLst>
            <pc:docMk/>
            <pc:sldMk cId="3010628300" sldId="2147480241"/>
            <ac:spMk id="49" creationId="{25E84930-A1FC-EE55-1DAB-4633EDD51551}"/>
          </ac:spMkLst>
        </pc:spChg>
        <pc:picChg chg="mod">
          <ac:chgData name="Maria Rosa Gomez" userId="fa04cbd5-510d-4408-b2e7-4b9e1cd14e91" providerId="ADAL" clId="{965AA143-9E62-413D-A855-F81E81282249}" dt="2026-10-29T14:42:05.948" v="2591" actId="14100"/>
          <ac:picMkLst>
            <pc:docMk/>
            <pc:sldMk cId="3010628300" sldId="2147480241"/>
            <ac:picMk id="17" creationId="{008765F8-651C-65AD-E062-A7D1EF37D87F}"/>
          </ac:picMkLst>
        </pc:picChg>
        <pc:picChg chg="add mod">
          <ac:chgData name="Maria Rosa Gomez" userId="fa04cbd5-510d-4408-b2e7-4b9e1cd14e91" providerId="ADAL" clId="{965AA143-9E62-413D-A855-F81E81282249}" dt="2026-10-29T14:42:59.696" v="2603" actId="1076"/>
          <ac:picMkLst>
            <pc:docMk/>
            <pc:sldMk cId="3010628300" sldId="2147480241"/>
            <ac:picMk id="21" creationId="{48159668-FBBC-6888-7A5C-B8ED3912CF9A}"/>
          </ac:picMkLst>
        </pc:picChg>
        <pc:picChg chg="del">
          <ac:chgData name="Maria Rosa Gomez" userId="fa04cbd5-510d-4408-b2e7-4b9e1cd14e91" providerId="ADAL" clId="{965AA143-9E62-413D-A855-F81E81282249}" dt="2026-10-29T14:46:44.910" v="2653" actId="478"/>
          <ac:picMkLst>
            <pc:docMk/>
            <pc:sldMk cId="3010628300" sldId="2147480241"/>
            <ac:picMk id="27" creationId="{BF5FE352-DAC1-7072-2CB6-AAF7AAA9DE6D}"/>
          </ac:picMkLst>
        </pc:picChg>
        <pc:picChg chg="add mod">
          <ac:chgData name="Maria Rosa Gomez" userId="fa04cbd5-510d-4408-b2e7-4b9e1cd14e91" providerId="ADAL" clId="{965AA143-9E62-413D-A855-F81E81282249}" dt="2026-10-29T22:15:10.488" v="2766" actId="1076"/>
          <ac:picMkLst>
            <pc:docMk/>
            <pc:sldMk cId="3010628300" sldId="2147480241"/>
            <ac:picMk id="27" creationId="{EE35F0DB-5CB5-54BF-B7C0-BF1B391C8D35}"/>
          </ac:picMkLst>
        </pc:picChg>
        <pc:picChg chg="del">
          <ac:chgData name="Maria Rosa Gomez" userId="fa04cbd5-510d-4408-b2e7-4b9e1cd14e91" providerId="ADAL" clId="{965AA143-9E62-413D-A855-F81E81282249}" dt="2026-10-29T14:46:45.479" v="2654" actId="478"/>
          <ac:picMkLst>
            <pc:docMk/>
            <pc:sldMk cId="3010628300" sldId="2147480241"/>
            <ac:picMk id="33" creationId="{540A595E-7D89-0AC9-5A0C-EEAC20C0731D}"/>
          </ac:picMkLst>
        </pc:picChg>
        <pc:picChg chg="add mod">
          <ac:chgData name="Maria Rosa Gomez" userId="fa04cbd5-510d-4408-b2e7-4b9e1cd14e91" providerId="ADAL" clId="{965AA143-9E62-413D-A855-F81E81282249}" dt="2026-10-30T01:58:35.548" v="2790" actId="1076"/>
          <ac:picMkLst>
            <pc:docMk/>
            <pc:sldMk cId="3010628300" sldId="2147480241"/>
            <ac:picMk id="33" creationId="{9645C3F8-4FB2-C13B-7CA6-D29A788F69FB}"/>
          </ac:picMkLst>
        </pc:picChg>
        <pc:picChg chg="del">
          <ac:chgData name="Maria Rosa Gomez" userId="fa04cbd5-510d-4408-b2e7-4b9e1cd14e91" providerId="ADAL" clId="{965AA143-9E62-413D-A855-F81E81282249}" dt="2026-10-29T14:40:40.682" v="2580" actId="478"/>
          <ac:picMkLst>
            <pc:docMk/>
            <pc:sldMk cId="3010628300" sldId="2147480241"/>
            <ac:picMk id="45" creationId="{B235CEF7-FD1B-8A42-3B4F-586021F8D0C6}"/>
          </ac:picMkLst>
        </pc:picChg>
      </pc:sldChg>
      <pc:sldChg chg="modSp mod">
        <pc:chgData name="Maria Rosa Gomez" userId="fa04cbd5-510d-4408-b2e7-4b9e1cd14e91" providerId="ADAL" clId="{965AA143-9E62-413D-A855-F81E81282249}" dt="2026-10-30T00:46:53.110" v="2776" actId="1076"/>
        <pc:sldMkLst>
          <pc:docMk/>
          <pc:sldMk cId="0" sldId="2147480242"/>
        </pc:sldMkLst>
        <pc:picChg chg="mod">
          <ac:chgData name="Maria Rosa Gomez" userId="fa04cbd5-510d-4408-b2e7-4b9e1cd14e91" providerId="ADAL" clId="{965AA143-9E62-413D-A855-F81E81282249}" dt="2026-10-30T00:46:53.110" v="2776" actId="1076"/>
          <ac:picMkLst>
            <pc:docMk/>
            <pc:sldMk cId="0" sldId="2147480242"/>
            <ac:picMk id="30" creationId="{00000000-0000-0000-0000-000000000000}"/>
          </ac:picMkLst>
        </pc:picChg>
      </pc:sldChg>
    </pc:docChg>
  </pc:docChgLst>
  <pc:docChgLst>
    <pc:chgData name="Andres Blanco" userId="S::andres.blanco@kna.kingspan.net::065b647c-73cf-4234-94c7-9af85d7c0ea5" providerId="AD" clId="Web-{00000000-0000-0000-0000-000000000000}"/>
    <pc:docChg chg="modSld">
      <pc:chgData name="Andres Blanco" userId="S::andres.blanco@kna.kingspan.net::065b647c-73cf-4234-94c7-9af85d7c0ea5" providerId="AD" clId="Web-{00000000-0000-0000-0000-000000000000}" dt="2026-10-05T19:42:21.816" v="20" actId="20577"/>
      <pc:docMkLst>
        <pc:docMk/>
      </pc:docMkLst>
      <pc:sldChg chg="modSp">
        <pc:chgData name="Andres Blanco" userId="S::andres.blanco@kna.kingspan.net::065b647c-73cf-4234-94c7-9af85d7c0ea5" providerId="AD" clId="Web-{00000000-0000-0000-0000-000000000000}" dt="2026-10-05T19:42:21.816" v="20" actId="20577"/>
        <pc:sldMkLst>
          <pc:docMk/>
          <pc:sldMk cId="789086612" sldId="2147480220"/>
        </pc:sldMkLst>
        <pc:spChg chg="mod">
          <ac:chgData name="Andres Blanco" userId="S::andres.blanco@kna.kingspan.net::065b647c-73cf-4234-94c7-9af85d7c0ea5" providerId="AD" clId="Web-{00000000-0000-0000-0000-000000000000}" dt="2026-10-05T19:42:21.816" v="20" actId="20577"/>
          <ac:spMkLst>
            <pc:docMk/>
            <pc:sldMk cId="789086612" sldId="2147480220"/>
            <ac:spMk id="5" creationId="{0F671BDC-4DFB-E55D-5B8B-31FAD97C547D}"/>
          </ac:spMkLst>
        </pc:spChg>
      </pc:sldChg>
      <pc:sldChg chg="modSp">
        <pc:chgData name="Andres Blanco" userId="S::andres.blanco@kna.kingspan.net::065b647c-73cf-4234-94c7-9af85d7c0ea5" providerId="AD" clId="Web-{00000000-0000-0000-0000-000000000000}" dt="2026-10-05T19:41:52.096" v="15" actId="1076"/>
        <pc:sldMkLst>
          <pc:docMk/>
          <pc:sldMk cId="0" sldId="2147480238"/>
        </pc:sldMkLst>
        <pc:spChg chg="mod">
          <ac:chgData name="Andres Blanco" userId="S::andres.blanco@kna.kingspan.net::065b647c-73cf-4234-94c7-9af85d7c0ea5" providerId="AD" clId="Web-{00000000-0000-0000-0000-000000000000}" dt="2026-10-05T19:41:07.688" v="5" actId="20577"/>
          <ac:spMkLst>
            <pc:docMk/>
            <pc:sldMk cId="0" sldId="2147480238"/>
            <ac:spMk id="2" creationId="{00000000-0000-0000-0000-000000000000}"/>
          </ac:spMkLst>
        </pc:spChg>
        <pc:spChg chg="mod">
          <ac:chgData name="Andres Blanco" userId="S::andres.blanco@kna.kingspan.net::065b647c-73cf-4234-94c7-9af85d7c0ea5" providerId="AD" clId="Web-{00000000-0000-0000-0000-000000000000}" dt="2026-10-05T19:41:44.940" v="14" actId="14100"/>
          <ac:spMkLst>
            <pc:docMk/>
            <pc:sldMk cId="0" sldId="2147480238"/>
            <ac:spMk id="37" creationId="{00000000-0000-0000-0000-000000000000}"/>
          </ac:spMkLst>
        </pc:spChg>
        <pc:spChg chg="mod">
          <ac:chgData name="Andres Blanco" userId="S::andres.blanco@kna.kingspan.net::065b647c-73cf-4234-94c7-9af85d7c0ea5" providerId="AD" clId="Web-{00000000-0000-0000-0000-000000000000}" dt="2026-10-05T19:41:52.096" v="15" actId="1076"/>
          <ac:spMkLst>
            <pc:docMk/>
            <pc:sldMk cId="0" sldId="2147480238"/>
            <ac:spMk id="39" creationId="{00000000-0000-0000-0000-000000000000}"/>
          </ac:spMkLst>
        </pc:spChg>
      </pc:sldChg>
      <pc:sldChg chg="modSp">
        <pc:chgData name="Andres Blanco" userId="S::andres.blanco@kna.kingspan.net::065b647c-73cf-4234-94c7-9af85d7c0ea5" providerId="AD" clId="Web-{00000000-0000-0000-0000-000000000000}" dt="2026-10-05T19:41:24.767" v="13" actId="20577"/>
        <pc:sldMkLst>
          <pc:docMk/>
          <pc:sldMk cId="0" sldId="2147480239"/>
        </pc:sldMkLst>
        <pc:spChg chg="mod">
          <ac:chgData name="Andres Blanco" userId="S::andres.blanco@kna.kingspan.net::065b647c-73cf-4234-94c7-9af85d7c0ea5" providerId="AD" clId="Web-{00000000-0000-0000-0000-000000000000}" dt="2026-10-05T19:41:24.767" v="13" actId="20577"/>
          <ac:spMkLst>
            <pc:docMk/>
            <pc:sldMk cId="0" sldId="2147480239"/>
            <ac:spMk id="3" creationId="{00000000-0000-0000-0000-000000000000}"/>
          </ac:spMkLst>
        </pc:spChg>
      </pc:sldChg>
    </pc:docChg>
  </pc:docChgLst>
  <pc:docChgLst>
    <pc:chgData name="Jose Gomez" userId="S::jose.gomez@kna.kingspan.net::f39c59af-c90e-4a19-8c2e-43013814a746" providerId="AD" clId="Web-{EEF3AD14-E350-BA14-BBFD-B4D9AEB11E24}"/>
    <pc:docChg chg="modSld">
      <pc:chgData name="Jose Gomez" userId="S::jose.gomez@kna.kingspan.net::f39c59af-c90e-4a19-8c2e-43013814a746" providerId="AD" clId="Web-{EEF3AD14-E350-BA14-BBFD-B4D9AEB11E24}" dt="2026-10-04T21:55:02.112" v="502" actId="20577"/>
      <pc:docMkLst>
        <pc:docMk/>
      </pc:docMkLst>
      <pc:sldChg chg="modSp">
        <pc:chgData name="Jose Gomez" userId="S::jose.gomez@kna.kingspan.net::f39c59af-c90e-4a19-8c2e-43013814a746" providerId="AD" clId="Web-{EEF3AD14-E350-BA14-BBFD-B4D9AEB11E24}" dt="2026-10-04T21:38:32.166" v="60"/>
        <pc:sldMkLst>
          <pc:docMk/>
          <pc:sldMk cId="0" sldId="2147480221"/>
        </pc:sldMkLst>
        <pc:spChg chg="mod">
          <ac:chgData name="Jose Gomez" userId="S::jose.gomez@kna.kingspan.net::f39c59af-c90e-4a19-8c2e-43013814a746" providerId="AD" clId="Web-{EEF3AD14-E350-BA14-BBFD-B4D9AEB11E24}" dt="2026-10-04T21:38:10.978" v="4" actId="20577"/>
          <ac:spMkLst>
            <pc:docMk/>
            <pc:sldMk cId="0" sldId="2147480221"/>
            <ac:spMk id="40" creationId="{00000000-0000-0000-0000-000000000000}"/>
          </ac:spMkLst>
        </pc:spChg>
        <pc:graphicFrameChg chg="mod modGraphic">
          <ac:chgData name="Jose Gomez" userId="S::jose.gomez@kna.kingspan.net::f39c59af-c90e-4a19-8c2e-43013814a746" providerId="AD" clId="Web-{EEF3AD14-E350-BA14-BBFD-B4D9AEB11E24}" dt="2026-10-04T21:38:32.166" v="60"/>
          <ac:graphicFrameMkLst>
            <pc:docMk/>
            <pc:sldMk cId="0" sldId="2147480221"/>
            <ac:graphicFrameMk id="34" creationId="{00000000-0000-0000-0000-000000000000}"/>
          </ac:graphicFrameMkLst>
        </pc:graphicFrameChg>
      </pc:sldChg>
      <pc:sldChg chg="modSp">
        <pc:chgData name="Jose Gomez" userId="S::jose.gomez@kna.kingspan.net::f39c59af-c90e-4a19-8c2e-43013814a746" providerId="AD" clId="Web-{EEF3AD14-E350-BA14-BBFD-B4D9AEB11E24}" dt="2026-10-04T21:39:54.857" v="66" actId="20577"/>
        <pc:sldMkLst>
          <pc:docMk/>
          <pc:sldMk cId="0" sldId="2147480222"/>
        </pc:sldMkLst>
        <pc:spChg chg="mod">
          <ac:chgData name="Jose Gomez" userId="S::jose.gomez@kna.kingspan.net::f39c59af-c90e-4a19-8c2e-43013814a746" providerId="AD" clId="Web-{EEF3AD14-E350-BA14-BBFD-B4D9AEB11E24}" dt="2026-10-04T21:39:54.857" v="66" actId="20577"/>
          <ac:spMkLst>
            <pc:docMk/>
            <pc:sldMk cId="0" sldId="2147480222"/>
            <ac:spMk id="15" creationId="{00000000-0000-0000-0000-000000000000}"/>
          </ac:spMkLst>
        </pc:spChg>
      </pc:sldChg>
      <pc:sldChg chg="modSp">
        <pc:chgData name="Jose Gomez" userId="S::jose.gomez@kna.kingspan.net::f39c59af-c90e-4a19-8c2e-43013814a746" providerId="AD" clId="Web-{EEF3AD14-E350-BA14-BBFD-B4D9AEB11E24}" dt="2026-10-04T21:40:22.749" v="67" actId="20577"/>
        <pc:sldMkLst>
          <pc:docMk/>
          <pc:sldMk cId="0" sldId="2147480223"/>
        </pc:sldMkLst>
        <pc:spChg chg="mod">
          <ac:chgData name="Jose Gomez" userId="S::jose.gomez@kna.kingspan.net::f39c59af-c90e-4a19-8c2e-43013814a746" providerId="AD" clId="Web-{EEF3AD14-E350-BA14-BBFD-B4D9AEB11E24}" dt="2026-10-04T21:40:22.749" v="67" actId="20577"/>
          <ac:spMkLst>
            <pc:docMk/>
            <pc:sldMk cId="0" sldId="2147480223"/>
            <ac:spMk id="12" creationId="{D08B8DBD-01A0-B2CE-E9E7-03112DDE1BCE}"/>
          </ac:spMkLst>
        </pc:spChg>
      </pc:sldChg>
    </pc:docChg>
  </pc:docChgLst>
  <pc:docChgLst>
    <pc:chgData name="Daniel Galvis" userId="207125b0-1f5b-40ce-acc6-199386b01362" providerId="ADAL" clId="{7B2A654C-34E0-4F54-A015-B8E6796FD3B3}"/>
    <pc:docChg chg="undo custSel addSld delSld modSld sldOrd delMainMaster">
      <pc:chgData name="Daniel Galvis" userId="207125b0-1f5b-40ce-acc6-199386b01362" providerId="ADAL" clId="{7B2A654C-34E0-4F54-A015-B8E6796FD3B3}" dt="2026-10-29T23:49:27.682" v="20" actId="207"/>
      <pc:docMkLst>
        <pc:docMk/>
      </pc:docMkLst>
      <pc:sldChg chg="modSp add del mod">
        <pc:chgData name="Daniel Galvis" userId="207125b0-1f5b-40ce-acc6-199386b01362" providerId="ADAL" clId="{7B2A654C-34E0-4F54-A015-B8E6796FD3B3}" dt="2026-10-29T23:49:27.682" v="20" actId="207"/>
        <pc:sldMkLst>
          <pc:docMk/>
          <pc:sldMk cId="0" sldId="256"/>
        </pc:sldMkLst>
        <pc:spChg chg="mod">
          <ac:chgData name="Daniel Galvis" userId="207125b0-1f5b-40ce-acc6-199386b01362" providerId="ADAL" clId="{7B2A654C-34E0-4F54-A015-B8E6796FD3B3}" dt="2026-10-29T23:49:27.682" v="20" actId="207"/>
          <ac:spMkLst>
            <pc:docMk/>
            <pc:sldMk cId="0" sldId="256"/>
            <ac:spMk id="2" creationId="{00000000-0000-0000-0000-000000000000}"/>
          </ac:spMkLst>
        </pc:spChg>
      </pc:sldChg>
      <pc:sldChg chg="addSp delSp mod">
        <pc:chgData name="Daniel Galvis" userId="207125b0-1f5b-40ce-acc6-199386b01362" providerId="ADAL" clId="{7B2A654C-34E0-4F54-A015-B8E6796FD3B3}" dt="2026-10-29T22:32:39.630" v="2" actId="22"/>
        <pc:sldMkLst>
          <pc:docMk/>
          <pc:sldMk cId="3010628300" sldId="2147480241"/>
        </pc:sldMkLst>
        <pc:graphicFrameChg chg="add">
          <ac:chgData name="Daniel Galvis" userId="207125b0-1f5b-40ce-acc6-199386b01362" providerId="ADAL" clId="{7B2A654C-34E0-4F54-A015-B8E6796FD3B3}" dt="2026-10-29T22:32:30.618" v="0"/>
          <ac:graphicFrameMkLst>
            <pc:docMk/>
            <pc:sldMk cId="3010628300" sldId="2147480241"/>
            <ac:graphicFrameMk id="3" creationId="{792CC924-90FB-964B-D62D-E92932D6A484}"/>
          </ac:graphicFrameMkLst>
        </pc:graphicFrameChg>
        <pc:picChg chg="add del">
          <ac:chgData name="Daniel Galvis" userId="207125b0-1f5b-40ce-acc6-199386b01362" providerId="ADAL" clId="{7B2A654C-34E0-4F54-A015-B8E6796FD3B3}" dt="2026-10-29T22:32:39.630" v="2" actId="22"/>
          <ac:picMkLst>
            <pc:docMk/>
            <pc:sldMk cId="3010628300" sldId="2147480241"/>
            <ac:picMk id="33" creationId="{8BE5910E-5BBE-ADEF-D689-D4533E634884}"/>
          </ac:picMkLst>
        </pc:picChg>
      </pc:sldChg>
      <pc:sldChg chg="add del ord">
        <pc:chgData name="Daniel Galvis" userId="207125b0-1f5b-40ce-acc6-199386b01362" providerId="ADAL" clId="{7B2A654C-34E0-4F54-A015-B8E6796FD3B3}" dt="2026-10-29T22:46:58.445" v="11"/>
        <pc:sldMkLst>
          <pc:docMk/>
          <pc:sldMk cId="0" sldId="2147480242"/>
        </pc:sldMkLst>
      </pc:sldChg>
      <pc:sldMasterChg chg="del delSldLayout">
        <pc:chgData name="Daniel Galvis" userId="207125b0-1f5b-40ce-acc6-199386b01362" providerId="ADAL" clId="{7B2A654C-34E0-4F54-A015-B8E6796FD3B3}" dt="2026-10-29T23:49:04.323" v="12" actId="47"/>
        <pc:sldMasterMkLst>
          <pc:docMk/>
          <pc:sldMasterMk cId="1649307549" sldId="2147484256"/>
        </pc:sldMasterMkLst>
        <pc:sldLayoutChg chg="del">
          <pc:chgData name="Daniel Galvis" userId="207125b0-1f5b-40ce-acc6-199386b01362" providerId="ADAL" clId="{7B2A654C-34E0-4F54-A015-B8E6796FD3B3}" dt="2026-10-29T23:49:04.323" v="12" actId="47"/>
          <pc:sldLayoutMkLst>
            <pc:docMk/>
            <pc:sldMasterMk cId="1649307549" sldId="2147484256"/>
            <pc:sldLayoutMk cId="3584730657" sldId="2147484257"/>
          </pc:sldLayoutMkLst>
        </pc:sldLayoutChg>
        <pc:sldLayoutChg chg="del">
          <pc:chgData name="Daniel Galvis" userId="207125b0-1f5b-40ce-acc6-199386b01362" providerId="ADAL" clId="{7B2A654C-34E0-4F54-A015-B8E6796FD3B3}" dt="2026-10-29T23:49:04.323" v="12" actId="47"/>
          <pc:sldLayoutMkLst>
            <pc:docMk/>
            <pc:sldMasterMk cId="1649307549" sldId="2147484256"/>
            <pc:sldLayoutMk cId="1676859661" sldId="2147484258"/>
          </pc:sldLayoutMkLst>
        </pc:sldLayoutChg>
      </pc:sldMasterChg>
      <pc:sldMasterChg chg="del delSldLayout">
        <pc:chgData name="Daniel Galvis" userId="207125b0-1f5b-40ce-acc6-199386b01362" providerId="ADAL" clId="{7B2A654C-34E0-4F54-A015-B8E6796FD3B3}" dt="2026-10-29T22:36:35.102" v="8" actId="47"/>
        <pc:sldMasterMkLst>
          <pc:docMk/>
          <pc:sldMasterMk cId="497742970" sldId="2147484259"/>
        </pc:sldMasterMkLst>
        <pc:sldLayoutChg chg="del">
          <pc:chgData name="Daniel Galvis" userId="207125b0-1f5b-40ce-acc6-199386b01362" providerId="ADAL" clId="{7B2A654C-34E0-4F54-A015-B8E6796FD3B3}" dt="2026-10-29T22:36:35.102" v="8" actId="47"/>
          <pc:sldLayoutMkLst>
            <pc:docMk/>
            <pc:sldMasterMk cId="497742970" sldId="2147484259"/>
            <pc:sldLayoutMk cId="4292506213" sldId="2147484260"/>
          </pc:sldLayoutMkLst>
        </pc:sldLayoutChg>
      </pc:sldMasterChg>
      <pc:sldMasterChg chg="del delSldLayout">
        <pc:chgData name="Daniel Galvis" userId="207125b0-1f5b-40ce-acc6-199386b01362" providerId="ADAL" clId="{7B2A654C-34E0-4F54-A015-B8E6796FD3B3}" dt="2026-10-29T22:46:47.477" v="10" actId="47"/>
        <pc:sldMasterMkLst>
          <pc:docMk/>
          <pc:sldMasterMk cId="2314147001" sldId="2147484259"/>
        </pc:sldMasterMkLst>
        <pc:sldLayoutChg chg="del">
          <pc:chgData name="Daniel Galvis" userId="207125b0-1f5b-40ce-acc6-199386b01362" providerId="ADAL" clId="{7B2A654C-34E0-4F54-A015-B8E6796FD3B3}" dt="2026-10-29T22:46:47.477" v="10" actId="47"/>
          <pc:sldLayoutMkLst>
            <pc:docMk/>
            <pc:sldMasterMk cId="2314147001" sldId="2147484259"/>
            <pc:sldLayoutMk cId="1836365679" sldId="2147484260"/>
          </pc:sldLayoutMkLst>
        </pc:sldLayoutChg>
      </pc:sldMasterChg>
    </pc:docChg>
  </pc:docChgLst>
  <pc:docChgLst>
    <pc:chgData name="Andres Blanco" userId="S::andres.blanco@kna.kingspan.net::065b647c-73cf-4234-94c7-9af85d7c0ea5" providerId="AD" clId="Web-{05B6CD8B-AE7F-D5B2-3E06-3974B6E9484C}"/>
    <pc:docChg chg="addSld">
      <pc:chgData name="Andres Blanco" userId="S::andres.blanco@kna.kingspan.net::065b647c-73cf-4234-94c7-9af85d7c0ea5" providerId="AD" clId="Web-{05B6CD8B-AE7F-D5B2-3E06-3974B6E9484C}" dt="2026-10-04T20:22:22.233" v="0"/>
      <pc:docMkLst>
        <pc:docMk/>
      </pc:docMkLst>
      <pc:sldChg chg="add">
        <pc:chgData name="Andres Blanco" userId="S::andres.blanco@kna.kingspan.net::065b647c-73cf-4234-94c7-9af85d7c0ea5" providerId="AD" clId="Web-{05B6CD8B-AE7F-D5B2-3E06-3974B6E9484C}" dt="2026-10-04T20:22:22.233" v="0"/>
        <pc:sldMkLst>
          <pc:docMk/>
          <pc:sldMk cId="0" sldId="2147480237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r>
              <a:rPr sz="900" b="1">
                <a:solidFill>
                  <a:srgbClr val="F8F2E7"/>
                </a:solidFill>
              </a:rPr>
              <a:t>Sales YTD by channel (m²)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01-E3D2-43ED-B7C6-7B0185DAAF51}"/>
              </c:ext>
            </c:extLst>
          </c:dPt>
          <c:dPt>
            <c:idx val="1"/>
            <c:bubble3D val="0"/>
            <c:spPr>
              <a:solidFill>
                <a:srgbClr val="19B9F6"/>
              </a:solidFill>
            </c:spPr>
            <c:extLst>
              <c:ext xmlns:c16="http://schemas.microsoft.com/office/drawing/2014/chart" uri="{C3380CC4-5D6E-409C-BE32-E72D297353CC}">
                <c16:uniqueId val="{00000003-E3D2-43ED-B7C6-7B0185DAAF51}"/>
              </c:ext>
            </c:extLst>
          </c:dPt>
          <c:dPt>
            <c:idx val="2"/>
            <c:spPr>
              <a:solidFill>
                <a:srgbClr val="FFB81C"/>
              </a:solidFill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800" b="1">
                        <a:solidFill>
                          <a:srgbClr val="0B2246"/>
                        </a:solidFill>
                      </a:rPr>
                      <a:t>56%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</a:rPr>
                      <a:t>38%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800" b="1">
                        <a:solidFill>
                          <a:srgbClr val="0B2246"/>
                        </a:solidFill>
                      </a:rPr>
                      <a:t>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Industrial</c:v>
                </c:pt>
                <c:pt idx="1">
                  <c:v>Distribution</c:v>
                </c:pt>
                <c:pt idx="2">
                  <c:v>Alt. 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0.5646481136213385</c:v>
                </c:pt>
                <c:pt idx="1">
                  <c:v>0.3774696283786882</c:v>
                </c:pt>
                <c:pt idx="2">
                  <c:v>0.05788225799997332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D2-43ED-B7C6-7B0185DAA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50">
              <a:solidFill>
                <a:srgbClr val="F8F2E7"/>
              </a:solidFill>
            </a:defRPr>
          </a:pPr>
          <a:endParaRPr lang="es-CO"/>
        </a:p>
      </c:txPr>
    </c:legend>
    <c:plotVisOnly val="1"/>
    <c:dispBlanksAs val="gap"/>
    <c:showDLblsOverMax val="0"/>
  </c:chart>
  <c:txPr>
    <a:bodyPr/>
    <a:lstStyle/>
    <a:p>
      <a:pPr>
        <a:defRPr sz="850">
          <a:solidFill>
            <a:srgbClr val="F8F2E7"/>
          </a:solidFill>
        </a:defRPr>
      </a:pPr>
      <a:endParaRPr lang="es-CO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r>
              <a:rPr sz="900" b="1">
                <a:solidFill>
                  <a:srgbClr val="F8F2E7"/>
                </a:solidFill>
              </a:rPr>
              <a:t>Sales YTD by segment (m²)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01-B06A-4BF2-AB8F-D4FE68E6CB06}"/>
              </c:ext>
            </c:extLst>
          </c:dPt>
          <c:dPt>
            <c:idx val="1"/>
            <c:bubble3D val="0"/>
            <c:spPr>
              <a:solidFill>
                <a:srgbClr val="19B9F6"/>
              </a:solidFill>
            </c:spPr>
            <c:extLst>
              <c:ext xmlns:c16="http://schemas.microsoft.com/office/drawing/2014/chart" uri="{C3380CC4-5D6E-409C-BE32-E72D297353CC}">
                <c16:uniqueId val="{00000003-B06A-4BF2-AB8F-D4FE68E6CB06}"/>
              </c:ext>
            </c:extLst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800" b="1">
                        <a:solidFill>
                          <a:srgbClr val="0B2246"/>
                        </a:solidFill>
                      </a:rPr>
                      <a:t>70%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</a:rPr>
                      <a:t>30%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Construction</c:v>
                </c:pt>
                <c:pt idx="1">
                  <c:v>Refrigeration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0.7000000000000001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6A-4BF2-AB8F-D4FE68E6C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50">
              <a:solidFill>
                <a:srgbClr val="F8F2E7"/>
              </a:solidFill>
            </a:defRPr>
          </a:pPr>
          <a:endParaRPr lang="es-CO"/>
        </a:p>
      </c:txPr>
    </c:legend>
    <c:plotVisOnly val="1"/>
    <c:dispBlanksAs val="gap"/>
    <c:showDLblsOverMax val="0"/>
  </c:chart>
  <c:txPr>
    <a:bodyPr/>
    <a:lstStyle/>
    <a:p>
      <a:pPr>
        <a:defRPr sz="850">
          <a:solidFill>
            <a:srgbClr val="F8F2E7"/>
          </a:solidFill>
        </a:defRPr>
      </a:pPr>
      <a:endParaRPr lang="es-CO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n-US" sz="900" b="1">
                <a:solidFill>
                  <a:srgbClr val="F8F2E7"/>
                </a:solidFill>
              </a:rPr>
              <a:t>OI revenue by month (COP MM) &amp; margin %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7193534854488997E-2"/>
          <c:y val="0.25590057473346584"/>
          <c:w val="0.8605141269106068"/>
          <c:h val="0.64940533870402928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 (COP MM)</c:v>
                </c:pt>
              </c:strCache>
            </c:strRef>
          </c:tx>
          <c:spPr>
            <a:solidFill>
              <a:srgbClr val="00EDB6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105k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127k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152k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127k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181k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124k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114k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152k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146k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161k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9968.166</c:v>
                </c:pt>
                <c:pt idx="1">
                  <c:v>12767.714</c:v>
                </c:pt>
                <c:pt idx="2">
                  <c:v>14462.925</c:v>
                </c:pt>
                <c:pt idx="3">
                  <c:v>12270.448</c:v>
                </c:pt>
                <c:pt idx="4">
                  <c:v>27093.858</c:v>
                </c:pt>
                <c:pt idx="5">
                  <c:v>13652.194</c:v>
                </c:pt>
                <c:pt idx="6">
                  <c:v>11718.909</c:v>
                </c:pt>
                <c:pt idx="7">
                  <c:v>14500.72</c:v>
                </c:pt>
                <c:pt idx="8">
                  <c:v>13740.67</c:v>
                </c:pt>
                <c:pt idx="9">
                  <c:v>14484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B97-49FB-AF56-12B63F4CCE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(COP MM)</c:v>
                </c:pt>
              </c:strCache>
            </c:strRef>
          </c:tx>
          <c:spPr>
            <a:solidFill>
              <a:srgbClr val="5B7A9E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7958.8</c:v>
                </c:pt>
                <c:pt idx="1">
                  <c:v>10536.7</c:v>
                </c:pt>
                <c:pt idx="2">
                  <c:v>12471.2</c:v>
                </c:pt>
                <c:pt idx="3">
                  <c:v>9577</c:v>
                </c:pt>
                <c:pt idx="4">
                  <c:v>8092</c:v>
                </c:pt>
                <c:pt idx="5">
                  <c:v>11810.8</c:v>
                </c:pt>
                <c:pt idx="6">
                  <c:v>7612.5</c:v>
                </c:pt>
                <c:pt idx="7">
                  <c:v>16772.6</c:v>
                </c:pt>
                <c:pt idx="8">
                  <c:v>10673.6</c:v>
                </c:pt>
                <c:pt idx="9">
                  <c:v>12723.1</c:v>
                </c:pt>
                <c:pt idx="10">
                  <c:v>12445.1</c:v>
                </c:pt>
                <c:pt idx="11">
                  <c:v>10462.4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B97-49FB-AF56-12B63F4CC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2068027336"/>
        <c:axId val="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Margin 2026 %</c:v>
                </c:pt>
              </c:strCache>
            </c:strRef>
          </c:tx>
          <c:spPr>
            <a:ln w="28575" cap="rnd">
              <a:solidFill>
                <a:srgbClr val="FFB81C"/>
              </a:solidFill>
              <a:round/>
            </a:ln>
          </c:spPr>
          <c:marker>
            <c:symbol val="circle"/>
            <c:size val="6"/>
            <c:spPr>
              <a:solidFill>
                <a:srgbClr val="FFB81C"/>
              </a:solidFill>
              <a:ln>
                <a:noFill/>
              </a:ln>
            </c:spPr>
          </c:marker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FFB81C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0.251</c:v>
                </c:pt>
                <c:pt idx="1">
                  <c:v>0.254</c:v>
                </c:pt>
                <c:pt idx="2">
                  <c:v>0.261</c:v>
                </c:pt>
                <c:pt idx="3">
                  <c:v>0.257</c:v>
                </c:pt>
                <c:pt idx="4">
                  <c:v>0.209</c:v>
                </c:pt>
                <c:pt idx="5">
                  <c:v>0.285</c:v>
                </c:pt>
                <c:pt idx="6">
                  <c:v>0.273</c:v>
                </c:pt>
                <c:pt idx="7">
                  <c:v>0.268</c:v>
                </c:pt>
                <c:pt idx="8">
                  <c:v>0.271</c:v>
                </c:pt>
                <c:pt idx="9">
                  <c:v>0.27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B97-49FB-AF56-12B63F4CC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1"/>
        <c:axId val="90002"/>
      </c:line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45000"/>
        </c:scaling>
        <c:delete val="0"/>
        <c:axPos val="l"/>
        <c:majorGridlines>
          <c:spPr>
            <a:ln w="6350">
              <a:solidFill>
                <a:srgbClr val="2A467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068027336"/>
        <c:crosses val="autoZero"/>
        <c:crossBetween val="between"/>
      </c:valAx>
      <c:catAx>
        <c:axId val="9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02"/>
        <c:crosses val="autoZero"/>
        <c:auto val="1"/>
        <c:lblAlgn val="ctr"/>
        <c:lblOffset val="100"/>
        <c:noMultiLvlLbl val="0"/>
      </c:catAx>
      <c:valAx>
        <c:axId val="90002"/>
        <c:scaling>
          <c:orientation val="minMax"/>
          <c:max val="0.3"/>
          <c:min val="0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FFB81C"/>
                </a:solidFill>
              </a:defRPr>
            </a:pPr>
            <a:endParaRPr lang="en-US"/>
          </a:p>
        </c:txPr>
        <c:crossAx val="90001"/>
        <c:crosses val="max"/>
        <c:crossBetween val="between"/>
      </c:valAx>
    </c:plotArea>
    <c:legend>
      <c:legendPos val="t"/>
      <c:layout>
        <c:manualLayout>
          <c:xMode val="edge"/>
          <c:yMode val="edge"/>
          <c:x val="0.30275617185417847"/>
          <c:y val="0.10117445256266895"/>
          <c:w val="0.39197940630085115"/>
          <c:h val="8.8372072825178311E-2"/>
        </c:manualLayout>
      </c:layout>
      <c:overlay val="0"/>
      <c:txPr>
        <a:bodyPr/>
        <a:lstStyle/>
        <a:p>
          <a:pPr>
            <a:defRPr sz="850">
              <a:solidFill>
                <a:srgbClr val="F8F2E7"/>
              </a:solidFill>
            </a:defRPr>
          </a:pPr>
          <a:endParaRPr lang="es-CO"/>
        </a:p>
      </c:txPr>
    </c:legend>
    <c:plotVisOnly val="1"/>
    <c:dispBlanksAs val="gap"/>
    <c:showDLblsOverMax val="1"/>
  </c:chart>
  <c:txPr>
    <a:bodyPr/>
    <a:lstStyle/>
    <a:p>
      <a:pPr>
        <a:defRPr sz="850">
          <a:solidFill>
            <a:srgbClr val="F8F2E7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n-US" sz="900" b="1">
                <a:solidFill>
                  <a:srgbClr val="F8F2E7"/>
                </a:solidFill>
              </a:rPr>
              <a:t>Backlog value by month (COP MM) &amp; margin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 (COP MM)</c:v>
                </c:pt>
              </c:strCache>
            </c:strRef>
          </c:tx>
          <c:spPr>
            <a:solidFill>
              <a:srgbClr val="00EDB6"/>
            </a:solidFill>
            <a:ln>
              <a:noFill/>
            </a:ln>
          </c:spPr>
          <c:invertIfNegative val="1"/>
          <c:dLbls>
            <c:dLbl>
              <c:idx val="8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498k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0B2246"/>
                        </a:solidFill>
                      </a:rPr>
                      <a:t>526k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35566.1</c:v>
                </c:pt>
                <c:pt idx="1">
                  <c:v>36104.5</c:v>
                </c:pt>
                <c:pt idx="2">
                  <c:v>39420.9</c:v>
                </c:pt>
                <c:pt idx="3">
                  <c:v>38886.8</c:v>
                </c:pt>
                <c:pt idx="4">
                  <c:v>55927.6</c:v>
                </c:pt>
                <c:pt idx="5">
                  <c:v>56477.9</c:v>
                </c:pt>
                <c:pt idx="6">
                  <c:v>57136.5</c:v>
                </c:pt>
                <c:pt idx="7">
                  <c:v>51456.1</c:v>
                </c:pt>
                <c:pt idx="8">
                  <c:v>50189</c:v>
                </c:pt>
                <c:pt idx="9">
                  <c:v>49836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BA2-471C-94E7-C40C1982B8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(COP MM)</c:v>
                </c:pt>
              </c:strCache>
            </c:strRef>
          </c:tx>
          <c:spPr>
            <a:solidFill>
              <a:srgbClr val="5B7A9E"/>
            </a:solidFill>
            <a:ln>
              <a:noFill/>
            </a:ln>
          </c:spPr>
          <c:invertIfNegative val="1"/>
          <c:dLbls>
            <c:dLbl>
              <c:idx val="8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FFFFFF"/>
                        </a:solidFill>
                      </a:rPr>
                      <a:t>348k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/>
                  <a:lstStyle/>
                  <a:p>
                    <a:r>
                      <a:rPr sz="700" b="1">
                        <a:solidFill>
                          <a:srgbClr val="FFFFFF"/>
                        </a:solidFill>
                      </a:rPr>
                      <a:t>360k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30422.1</c:v>
                </c:pt>
                <c:pt idx="1">
                  <c:v>31461.6</c:v>
                </c:pt>
                <c:pt idx="2">
                  <c:v>36223.7</c:v>
                </c:pt>
                <c:pt idx="3">
                  <c:v>34454.1</c:v>
                </c:pt>
                <c:pt idx="4">
                  <c:v>31842.8</c:v>
                </c:pt>
                <c:pt idx="5">
                  <c:v>33251.2</c:v>
                </c:pt>
                <c:pt idx="6">
                  <c:v>30680.1</c:v>
                </c:pt>
                <c:pt idx="7">
                  <c:v>34736.9</c:v>
                </c:pt>
                <c:pt idx="8">
                  <c:v>33247.5</c:v>
                </c:pt>
                <c:pt idx="9">
                  <c:v>35224.5</c:v>
                </c:pt>
                <c:pt idx="10">
                  <c:v>34456</c:v>
                </c:pt>
                <c:pt idx="11">
                  <c:v>35476.9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BA2-471C-94E7-C40C1982B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2068027336"/>
        <c:axId val="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Margin 2026 %</c:v>
                </c:pt>
              </c:strCache>
            </c:strRef>
          </c:tx>
          <c:spPr>
            <a:ln w="28575" cap="rnd">
              <a:solidFill>
                <a:srgbClr val="FFB81C"/>
              </a:solidFill>
              <a:round/>
            </a:ln>
          </c:spPr>
          <c:marker>
            <c:symbol val="circle"/>
            <c:size val="6"/>
            <c:spPr>
              <a:solidFill>
                <a:srgbClr val="FFB81C"/>
              </a:solidFill>
              <a:ln>
                <a:noFill/>
              </a:ln>
            </c:spPr>
          </c:marker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FFB81C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0.251</c:v>
                </c:pt>
                <c:pt idx="1">
                  <c:v>0.254</c:v>
                </c:pt>
                <c:pt idx="2">
                  <c:v>0.259</c:v>
                </c:pt>
                <c:pt idx="3">
                  <c:v>0.253</c:v>
                </c:pt>
                <c:pt idx="4">
                  <c:v>0.226</c:v>
                </c:pt>
                <c:pt idx="5">
                  <c:v>0.239</c:v>
                </c:pt>
                <c:pt idx="6">
                  <c:v>0.241</c:v>
                </c:pt>
                <c:pt idx="7">
                  <c:v>0.241</c:v>
                </c:pt>
                <c:pt idx="8">
                  <c:v>0.273</c:v>
                </c:pt>
                <c:pt idx="9">
                  <c:v>0.273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A2-471C-94E7-C40C1982B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1"/>
        <c:axId val="90002"/>
      </c:line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90000"/>
        </c:scaling>
        <c:delete val="0"/>
        <c:axPos val="l"/>
        <c:majorGridlines>
          <c:spPr>
            <a:ln w="6350">
              <a:solidFill>
                <a:srgbClr val="2A467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068027336"/>
        <c:crosses val="autoZero"/>
        <c:crossBetween val="between"/>
      </c:valAx>
      <c:catAx>
        <c:axId val="9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02"/>
        <c:crosses val="autoZero"/>
        <c:auto val="1"/>
        <c:lblAlgn val="ctr"/>
        <c:lblOffset val="100"/>
        <c:noMultiLvlLbl val="0"/>
      </c:catAx>
      <c:valAx>
        <c:axId val="90002"/>
        <c:scaling>
          <c:orientation val="minMax"/>
          <c:max val="0.3"/>
          <c:min val="0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FFB81C"/>
                </a:solidFill>
              </a:defRPr>
            </a:pPr>
            <a:endParaRPr lang="en-US"/>
          </a:p>
        </c:txPr>
        <c:crossAx val="9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850">
              <a:solidFill>
                <a:srgbClr val="F8F2E7"/>
              </a:solidFill>
            </a:defRPr>
          </a:pPr>
          <a:endParaRPr lang="es-CO"/>
        </a:p>
      </c:txPr>
    </c:legend>
    <c:plotVisOnly val="1"/>
    <c:dispBlanksAs val="gap"/>
    <c:showDLblsOverMax val="1"/>
  </c:chart>
  <c:txPr>
    <a:bodyPr/>
    <a:lstStyle/>
    <a:p>
      <a:pPr>
        <a:defRPr sz="850">
          <a:solidFill>
            <a:srgbClr val="F8F2E7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n-US" sz="900" b="1">
                <a:solidFill>
                  <a:srgbClr val="1B2B45"/>
                </a:solidFill>
              </a:rPr>
              <a:t>Monthly order intake 2026 (m²)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EDB6"/>
            </a:solidFill>
            <a:ln>
              <a:noFill/>
            </a:ln>
          </c:spPr>
          <c:invertIfNegative val="1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61530"/>
                    </a:solidFill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104582</c:v>
                </c:pt>
                <c:pt idx="1">
                  <c:v>127405</c:v>
                </c:pt>
                <c:pt idx="2">
                  <c:v>152049</c:v>
                </c:pt>
                <c:pt idx="3">
                  <c:v>126530</c:v>
                </c:pt>
                <c:pt idx="4">
                  <c:v>181126</c:v>
                </c:pt>
                <c:pt idx="5">
                  <c:v>124406</c:v>
                </c:pt>
                <c:pt idx="6">
                  <c:v>114336</c:v>
                </c:pt>
                <c:pt idx="7">
                  <c:v>151623</c:v>
                </c:pt>
                <c:pt idx="8">
                  <c:v>146446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234-4590-A550-A5FB646AA0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9B9F6"/>
            </a:solidFill>
            <a:ln>
              <a:noFill/>
            </a:ln>
          </c:spPr>
          <c:invertIfNegative val="1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61530"/>
                    </a:solidFill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9">
                  <c:v>138000</c:v>
                </c:pt>
                <c:pt idx="10">
                  <c:v>140000</c:v>
                </c:pt>
                <c:pt idx="11">
                  <c:v>122000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234-4590-A550-A5FB646AA0E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D3DA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50">
              <a:solidFill>
                <a:srgbClr val="1B2B45"/>
              </a:solidFill>
            </a:defRPr>
          </a:pPr>
          <a:endParaRPr lang="es-CO"/>
        </a:p>
      </c:txPr>
    </c:legend>
    <c:plotVisOnly val="1"/>
    <c:dispBlanksAs val="gap"/>
    <c:showDLblsOverMax val="1"/>
  </c:chart>
  <c:txPr>
    <a:bodyPr/>
    <a:lstStyle/>
    <a:p>
      <a:pPr>
        <a:defRPr sz="850">
          <a:solidFill>
            <a:srgbClr val="1B2B45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m²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9B9F6"/>
              </a:solidFill>
            </c:spPr>
            <c:extLst>
              <c:ext xmlns:c16="http://schemas.microsoft.com/office/drawing/2014/chart" uri="{C3380CC4-5D6E-409C-BE32-E72D297353CC}">
                <c16:uniqueId val="{00000001-7F01-4AE4-84DA-FA0960EC1A31}"/>
              </c:ext>
            </c:extLst>
          </c:dPt>
          <c:dPt>
            <c:idx val="1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3-7F01-4AE4-84DA-FA0960EC1A31}"/>
              </c:ext>
            </c:extLst>
          </c:dPt>
          <c:dPt>
            <c:idx val="2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5-7F01-4AE4-84DA-FA0960EC1A31}"/>
              </c:ext>
            </c:extLst>
          </c:dPt>
          <c:dPt>
            <c:idx val="3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7-7F01-4AE4-84DA-FA0960EC1A31}"/>
              </c:ext>
            </c:extLst>
          </c:dPt>
          <c:dPt>
            <c:idx val="4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9-7F01-4AE4-84DA-FA0960EC1A31}"/>
              </c:ext>
            </c:extLst>
          </c:dPt>
          <c:dPt>
            <c:idx val="5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B-7F01-4AE4-84DA-FA0960EC1A31}"/>
              </c:ext>
            </c:extLst>
          </c:dPt>
          <c:dPt>
            <c:idx val="6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D-7F01-4AE4-84DA-FA0960EC1A31}"/>
              </c:ext>
            </c:extLst>
          </c:dPt>
          <c:dPt>
            <c:idx val="7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F-7F01-4AE4-84DA-FA0960EC1A31}"/>
              </c:ext>
            </c:extLst>
          </c:dPt>
          <c:dPt>
            <c:idx val="8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1-7F01-4AE4-84DA-FA0960EC1A31}"/>
              </c:ext>
            </c:extLst>
          </c:dPt>
          <c:dPt>
            <c:idx val="9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3-7F01-4AE4-84DA-FA0960EC1A31}"/>
              </c:ext>
            </c:extLst>
          </c:dPt>
          <c:dPt>
            <c:idx val="10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5-7F01-4AE4-84DA-FA0960EC1A31}"/>
              </c:ext>
            </c:extLst>
          </c:dPt>
          <c:dPt>
            <c:idx val="11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7-7F01-4AE4-84DA-FA0960EC1A31}"/>
              </c:ext>
            </c:extLst>
          </c:dPt>
          <c:dPt>
            <c:idx val="12"/>
            <c:invertIfNegative val="1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19-7F01-4AE4-84DA-FA0960EC1A31}"/>
              </c:ext>
            </c:extLst>
          </c:dPt>
          <c:dPt>
            <c:idx val="13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B-7F01-4AE4-84DA-FA0960EC1A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FFFFFF"/>
                    </a:solidFill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Construplan</c:v>
                </c:pt>
                <c:pt idx="1">
                  <c:v>Haceb</c:v>
                </c:pt>
                <c:pt idx="2">
                  <c:v>Conmetal</c:v>
                </c:pt>
                <c:pt idx="3">
                  <c:v>Imbert Dominguez</c:v>
                </c:pt>
                <c:pt idx="4">
                  <c:v>Magnetron</c:v>
                </c:pt>
                <c:pt idx="5">
                  <c:v>Amo Contratistas</c:v>
                </c:pt>
                <c:pt idx="6">
                  <c:v>Super Alimentos ZF</c:v>
                </c:pt>
                <c:pt idx="7">
                  <c:v>Others (various)</c:v>
                </c:pt>
                <c:pt idx="8">
                  <c:v>Min. Vivienda SV</c:v>
                </c:pt>
                <c:pt idx="9">
                  <c:v>Prosein</c:v>
                </c:pt>
                <c:pt idx="10">
                  <c:v>Remar</c:v>
                </c:pt>
                <c:pt idx="11">
                  <c:v>Cubic 33</c:v>
                </c:pt>
                <c:pt idx="12">
                  <c:v>Mecalfab</c:v>
                </c:pt>
                <c:pt idx="13">
                  <c:v>Conconcreto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100000</c:v>
                </c:pt>
                <c:pt idx="1">
                  <c:v>85000</c:v>
                </c:pt>
                <c:pt idx="2">
                  <c:v>50000</c:v>
                </c:pt>
                <c:pt idx="3">
                  <c:v>50000</c:v>
                </c:pt>
                <c:pt idx="4">
                  <c:v>45000</c:v>
                </c:pt>
                <c:pt idx="5">
                  <c:v>38000</c:v>
                </c:pt>
                <c:pt idx="6">
                  <c:v>35000</c:v>
                </c:pt>
                <c:pt idx="7">
                  <c:v>32582</c:v>
                </c:pt>
                <c:pt idx="8">
                  <c:v>30000</c:v>
                </c:pt>
                <c:pt idx="9">
                  <c:v>22000</c:v>
                </c:pt>
                <c:pt idx="10">
                  <c:v>20000</c:v>
                </c:pt>
                <c:pt idx="11">
                  <c:v>18000</c:v>
                </c:pt>
                <c:pt idx="12">
                  <c:v>16000</c:v>
                </c:pt>
                <c:pt idx="13">
                  <c:v>13000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7F01-4AE4-84DA-FA0960EC1A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  <a:endParaRPr lang="es-CO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  <c:max val="128000"/>
          <c:min val="0"/>
        </c:scaling>
        <c:delete val="0"/>
        <c:axPos val="t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50">
          <a:solidFill>
            <a:srgbClr val="F8F2E7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m²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1-31C0-41F2-899F-62EC606D95B6}"/>
              </c:ext>
            </c:extLst>
          </c:dPt>
          <c:dPt>
            <c:idx val="1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3-31C0-41F2-899F-62EC606D95B6}"/>
              </c:ext>
            </c:extLst>
          </c:dPt>
          <c:dPt>
            <c:idx val="2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5-31C0-41F2-899F-62EC606D95B6}"/>
              </c:ext>
            </c:extLst>
          </c:dPt>
          <c:dPt>
            <c:idx val="3"/>
            <c:invertIfNegative val="1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07-31C0-41F2-899F-62EC606D95B6}"/>
              </c:ext>
            </c:extLst>
          </c:dPt>
          <c:dPt>
            <c:idx val="4"/>
            <c:invertIfNegative val="1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09-31C0-41F2-899F-62EC606D95B6}"/>
              </c:ext>
            </c:extLst>
          </c:dPt>
          <c:dPt>
            <c:idx val="5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B-31C0-41F2-899F-62EC606D95B6}"/>
              </c:ext>
            </c:extLst>
          </c:dPt>
          <c:dPt>
            <c:idx val="6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D-31C0-41F2-899F-62EC606D95B6}"/>
              </c:ext>
            </c:extLst>
          </c:dPt>
          <c:dPt>
            <c:idx val="7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F-31C0-41F2-899F-62EC606D95B6}"/>
              </c:ext>
            </c:extLst>
          </c:dPt>
          <c:dPt>
            <c:idx val="8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1-31C0-41F2-899F-62EC606D95B6}"/>
              </c:ext>
            </c:extLst>
          </c:dPt>
          <c:dPt>
            <c:idx val="9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3-31C0-41F2-899F-62EC606D95B6}"/>
              </c:ext>
            </c:extLst>
          </c:dPt>
          <c:dPt>
            <c:idx val="10"/>
            <c:invertIfNegative val="1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15-31C0-41F2-899F-62EC606D95B6}"/>
              </c:ext>
            </c:extLst>
          </c:dPt>
          <c:dPt>
            <c:idx val="11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7-31C0-41F2-899F-62EC606D95B6}"/>
              </c:ext>
            </c:extLst>
          </c:dPt>
          <c:dPt>
            <c:idx val="12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9-31C0-41F2-899F-62EC606D95B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FFFFFF"/>
                    </a:solidFill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Scadia</c:v>
                </c:pt>
                <c:pt idx="1">
                  <c:v>Dolarcity</c:v>
                </c:pt>
                <c:pt idx="2">
                  <c:v>Nestlé</c:v>
                </c:pt>
                <c:pt idx="3">
                  <c:v>Metalmecánica</c:v>
                </c:pt>
                <c:pt idx="4">
                  <c:v>Fluitec</c:v>
                </c:pt>
                <c:pt idx="5">
                  <c:v>Ménsula / Conconcreto</c:v>
                </c:pt>
                <c:pt idx="6">
                  <c:v>COPREFA</c:v>
                </c:pt>
                <c:pt idx="7">
                  <c:v>Tronex Fachada</c:v>
                </c:pt>
                <c:pt idx="8">
                  <c:v>Xperto</c:v>
                </c:pt>
                <c:pt idx="9">
                  <c:v>JT Allum</c:v>
                </c:pt>
                <c:pt idx="10">
                  <c:v>Inversiones Cold</c:v>
                </c:pt>
                <c:pt idx="11">
                  <c:v>Grupo Constructor Ind.</c:v>
                </c:pt>
                <c:pt idx="12">
                  <c:v>Arklit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13000</c:v>
                </c:pt>
                <c:pt idx="1">
                  <c:v>12000</c:v>
                </c:pt>
                <c:pt idx="2">
                  <c:v>12000</c:v>
                </c:pt>
                <c:pt idx="3">
                  <c:v>11500</c:v>
                </c:pt>
                <c:pt idx="4">
                  <c:v>11000</c:v>
                </c:pt>
                <c:pt idx="5">
                  <c:v>10289</c:v>
                </c:pt>
                <c:pt idx="6">
                  <c:v>8000</c:v>
                </c:pt>
                <c:pt idx="7">
                  <c:v>6000</c:v>
                </c:pt>
                <c:pt idx="8">
                  <c:v>5500</c:v>
                </c:pt>
                <c:pt idx="9">
                  <c:v>5000</c:v>
                </c:pt>
                <c:pt idx="10">
                  <c:v>5000</c:v>
                </c:pt>
                <c:pt idx="11">
                  <c:v>4600</c:v>
                </c:pt>
                <c:pt idx="12">
                  <c:v>4300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31C0-41F2-899F-62EC606D95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  <a:endParaRPr lang="es-CO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  <c:max val="128000"/>
          <c:min val="0"/>
        </c:scaling>
        <c:delete val="0"/>
        <c:axPos val="t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50">
          <a:solidFill>
            <a:srgbClr val="F8F2E7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n-US" sz="900" b="1">
                <a:solidFill>
                  <a:srgbClr val="F8F2E7"/>
                </a:solidFill>
              </a:rPr>
              <a:t>DISTRIBUTION – 10 projects · 79.254 m² · USD 2,5 M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m²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1-89DF-4089-8C27-0B0D45418CD9}"/>
              </c:ext>
            </c:extLst>
          </c:dPt>
          <c:dPt>
            <c:idx val="1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3-89DF-4089-8C27-0B0D45418CD9}"/>
              </c:ext>
            </c:extLst>
          </c:dPt>
          <c:dPt>
            <c:idx val="2"/>
            <c:invertIfNegative val="1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05-89DF-4089-8C27-0B0D45418CD9}"/>
              </c:ext>
            </c:extLst>
          </c:dPt>
          <c:dPt>
            <c:idx val="3"/>
            <c:invertIfNegative val="1"/>
            <c:bubble3D val="0"/>
            <c:spPr>
              <a:solidFill>
                <a:srgbClr val="19B9F6"/>
              </a:solidFill>
            </c:spPr>
            <c:extLst>
              <c:ext xmlns:c16="http://schemas.microsoft.com/office/drawing/2014/chart" uri="{C3380CC4-5D6E-409C-BE32-E72D297353CC}">
                <c16:uniqueId val="{00000007-89DF-4089-8C27-0B0D45418CD9}"/>
              </c:ext>
            </c:extLst>
          </c:dPt>
          <c:dPt>
            <c:idx val="4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9-89DF-4089-8C27-0B0D45418CD9}"/>
              </c:ext>
            </c:extLst>
          </c:dPt>
          <c:dPt>
            <c:idx val="5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B-89DF-4089-8C27-0B0D45418CD9}"/>
              </c:ext>
            </c:extLst>
          </c:dPt>
          <c:dPt>
            <c:idx val="6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0D-89DF-4089-8C27-0B0D45418CD9}"/>
              </c:ext>
            </c:extLst>
          </c:dPt>
          <c:dPt>
            <c:idx val="7"/>
            <c:invertIfNegative val="1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0F-89DF-4089-8C27-0B0D45418CD9}"/>
              </c:ext>
            </c:extLst>
          </c:dPt>
          <c:dPt>
            <c:idx val="8"/>
            <c:invertIfNegative val="1"/>
            <c:bubble3D val="0"/>
            <c:spPr>
              <a:solidFill>
                <a:srgbClr val="7F95B5"/>
              </a:solidFill>
            </c:spPr>
            <c:extLst>
              <c:ext xmlns:c16="http://schemas.microsoft.com/office/drawing/2014/chart" uri="{C3380CC4-5D6E-409C-BE32-E72D297353CC}">
                <c16:uniqueId val="{00000011-89DF-4089-8C27-0B0D45418CD9}"/>
              </c:ext>
            </c:extLst>
          </c:dPt>
          <c:dPt>
            <c:idx val="9"/>
            <c:invertIfNegative val="1"/>
            <c:bubble3D val="0"/>
            <c:spPr>
              <a:solidFill>
                <a:srgbClr val="00EDB6"/>
              </a:solidFill>
            </c:spPr>
            <c:extLst>
              <c:ext xmlns:c16="http://schemas.microsoft.com/office/drawing/2014/chart" uri="{C3380CC4-5D6E-409C-BE32-E72D297353CC}">
                <c16:uniqueId val="{00000013-89DF-4089-8C27-0B0D45418C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Colcover</c:v>
                </c:pt>
                <c:pt idx="1">
                  <c:v>Galvaceros · Colegios Sucre</c:v>
                </c:pt>
                <c:pt idx="2">
                  <c:v>RFS</c:v>
                </c:pt>
                <c:pt idx="3">
                  <c:v>CIA Caribe Mar</c:v>
                </c:pt>
                <c:pt idx="4">
                  <c:v>Galvaceros · Panandina Data Center</c:v>
                </c:pt>
                <c:pt idx="5">
                  <c:v>Espuma SantaFe</c:v>
                </c:pt>
                <c:pt idx="6">
                  <c:v>Galvaceros · Bodega Amazon etapa 2</c:v>
                </c:pt>
                <c:pt idx="7">
                  <c:v>Agropecuaria SantaCruz</c:v>
                </c:pt>
                <c:pt idx="8">
                  <c:v>Tejas Cubiertas e Ing.</c:v>
                </c:pt>
                <c:pt idx="9">
                  <c:v>Técnica Industrial Duarte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21528</c:v>
                </c:pt>
                <c:pt idx="1">
                  <c:v>14000</c:v>
                </c:pt>
                <c:pt idx="2">
                  <c:v>12500</c:v>
                </c:pt>
                <c:pt idx="3">
                  <c:v>12000</c:v>
                </c:pt>
                <c:pt idx="4">
                  <c:v>4106</c:v>
                </c:pt>
                <c:pt idx="5">
                  <c:v>4000</c:v>
                </c:pt>
                <c:pt idx="6">
                  <c:v>4000</c:v>
                </c:pt>
                <c:pt idx="7">
                  <c:v>2715</c:v>
                </c:pt>
                <c:pt idx="8">
                  <c:v>2405</c:v>
                </c:pt>
                <c:pt idx="9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DF-4089-8C27-0B0D45418C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es-CO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  <c:max val="25403.039999999997"/>
          <c:min val="0"/>
        </c:scaling>
        <c:delete val="0"/>
        <c:axPos val="t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F8F2E7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YTD (k m²)</c:v>
                </c:pt>
              </c:strCache>
            </c:strRef>
          </c:tx>
          <c:spPr>
            <a:solidFill>
              <a:srgbClr val="00EDB6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Industrial</c:v>
                </c:pt>
                <c:pt idx="1">
                  <c:v>Distribution</c:v>
                </c:pt>
                <c:pt idx="2">
                  <c:v>Other Geographies</c:v>
                </c:pt>
                <c:pt idx="3">
                  <c:v>Cold Storage</c:v>
                </c:pt>
                <c:pt idx="4">
                  <c:v>Site Cali</c:v>
                </c:pt>
                <c:pt idx="5">
                  <c:v>Alternative Sales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339.588</c:v>
                </c:pt>
                <c:pt idx="1">
                  <c:v>227.016</c:v>
                </c:pt>
                <c:pt idx="2">
                  <c:v>306.076</c:v>
                </c:pt>
                <c:pt idx="3">
                  <c:v>9.191</c:v>
                </c:pt>
                <c:pt idx="4">
                  <c:v>106.715</c:v>
                </c:pt>
                <c:pt idx="5">
                  <c:v>69.43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869-4B03-B265-C424DDBBA1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Board budget YTD (k m²)</c:v>
                </c:pt>
              </c:strCache>
            </c:strRef>
          </c:tx>
          <c:spPr>
            <a:solidFill>
              <a:srgbClr val="5B7A9E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Industrial</c:v>
                </c:pt>
                <c:pt idx="1">
                  <c:v>Distribution</c:v>
                </c:pt>
                <c:pt idx="2">
                  <c:v>Other Geographies</c:v>
                </c:pt>
                <c:pt idx="3">
                  <c:v>Cold Storage</c:v>
                </c:pt>
                <c:pt idx="4">
                  <c:v>Site Cali</c:v>
                </c:pt>
                <c:pt idx="5">
                  <c:v>Alternative Sales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409.20314808967</c:v>
                </c:pt>
                <c:pt idx="1">
                  <c:v>229.097485059817</c:v>
                </c:pt>
                <c:pt idx="2">
                  <c:v>357.775153381648</c:v>
                </c:pt>
                <c:pt idx="3">
                  <c:v>9.2183243895888</c:v>
                </c:pt>
                <c:pt idx="4">
                  <c:v>102.743756316601</c:v>
                </c:pt>
                <c:pt idx="5">
                  <c:v>41.8216940906865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869-4B03-B265-C424DDBBA1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Margin Oct-25</c:v>
                </c:pt>
              </c:strCache>
            </c:strRef>
          </c:tx>
          <c:spPr>
            <a:ln w="28575">
              <a:solidFill>
                <a:srgbClr val="A9BCD0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A9BCD0"/>
              </a:solidFill>
              <a:ln>
                <a:noFill/>
              </a:ln>
            </c:spPr>
          </c:marker>
          <c:dLbls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869-4B03-B265-C424DDBBA1FF}"/>
                </c:ext>
              </c:extLst>
            </c:dLbl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A9BCD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Industrial</c:v>
                </c:pt>
                <c:pt idx="1">
                  <c:v>Distribution</c:v>
                </c:pt>
                <c:pt idx="2">
                  <c:v>Other Geographies</c:v>
                </c:pt>
                <c:pt idx="3">
                  <c:v>Cold Storage</c:v>
                </c:pt>
                <c:pt idx="4">
                  <c:v>Site Cali</c:v>
                </c:pt>
                <c:pt idx="5">
                  <c:v>Alternative Sales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0.286920827517033</c:v>
                </c:pt>
                <c:pt idx="1">
                  <c:v>0.270100403669289</c:v>
                </c:pt>
                <c:pt idx="2">
                  <c:v>0.104274012878321</c:v>
                </c:pt>
                <c:pt idx="3">
                  <c:v>0.386802424242424</c:v>
                </c:pt>
                <c:pt idx="5">
                  <c:v>0.36956933853474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869-4B03-B265-C424DDBBA1F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Margin Oct-26</c:v>
                </c:pt>
              </c:strCache>
            </c:strRef>
          </c:tx>
          <c:spPr>
            <a:ln w="28575">
              <a:solidFill>
                <a:srgbClr val="FFB81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FFB81C"/>
              </a:solidFill>
              <a:ln>
                <a:noFill/>
              </a:ln>
            </c:spPr>
          </c:marker>
          <c:dLbls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869-4B03-B265-C424DDBBA1FF}"/>
                </c:ext>
              </c:extLst>
            </c:dLbl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FFB81C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Industrial</c:v>
                </c:pt>
                <c:pt idx="1">
                  <c:v>Distribution</c:v>
                </c:pt>
                <c:pt idx="2">
                  <c:v>Other Geographies</c:v>
                </c:pt>
                <c:pt idx="3">
                  <c:v>Cold Storage</c:v>
                </c:pt>
                <c:pt idx="4">
                  <c:v>Site Cali</c:v>
                </c:pt>
                <c:pt idx="5">
                  <c:v>Alternative Sales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0.33117135762134</c:v>
                </c:pt>
                <c:pt idx="1">
                  <c:v>0.29966955928374</c:v>
                </c:pt>
                <c:pt idx="2">
                  <c:v>0.14624363476804</c:v>
                </c:pt>
                <c:pt idx="3">
                  <c:v>0.280583770053961</c:v>
                </c:pt>
                <c:pt idx="4">
                  <c:v>0.367735983388227</c:v>
                </c:pt>
                <c:pt idx="5">
                  <c:v>0.452758855596467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869-4B03-B265-C424DDBBA1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1"/>
        <c:axId val="9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0"/>
          <c:min val="0"/>
        </c:scaling>
        <c:delete val="0"/>
        <c:axPos val="l"/>
        <c:majorGridlines>
          <c:spPr>
            <a:ln w="6350">
              <a:solidFill>
                <a:srgbClr val="2A467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  <c:catAx>
        <c:axId val="9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02"/>
        <c:crosses val="autoZero"/>
        <c:auto val="1"/>
        <c:lblAlgn val="ctr"/>
        <c:lblOffset val="100"/>
        <c:noMultiLvlLbl val="0"/>
      </c:catAx>
      <c:valAx>
        <c:axId val="90002"/>
        <c:scaling>
          <c:orientation val="minMax"/>
          <c:max val="0.5"/>
          <c:min val="-0.9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crossAx val="9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F8F2E7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F8F2E7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F8F2E7"/>
                </a:solidFill>
              </a:rPr>
              <a:t>OI by region (m²) · Oct-26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OI m²</c:v>
                </c:pt>
              </c:strCache>
            </c:strRef>
          </c:tx>
          <c:dPt>
            <c:idx val="0"/>
            <c:spPr>
              <a:solidFill>
                <a:srgbClr val="00EDB6"/>
              </a:solidFill>
            </c:spPr>
          </c:dPt>
          <c:dPt>
            <c:idx val="1"/>
            <c:spPr>
              <a:solidFill>
                <a:srgbClr val="00EDB6"/>
              </a:solidFill>
            </c:spPr>
          </c:dPt>
          <c:dPt>
            <c:idx val="2"/>
            <c:spPr>
              <a:solidFill>
                <a:srgbClr val="19B9F6"/>
              </a:solidFill>
            </c:spPr>
          </c:dPt>
          <c:dPt>
            <c:idx val="3"/>
            <c:spPr>
              <a:solidFill>
                <a:srgbClr val="19B9F6"/>
              </a:solidFill>
            </c:spPr>
          </c:dPt>
          <c:dPt>
            <c:idx val="4"/>
            <c:spPr>
              <a:solidFill>
                <a:srgbClr val="19B9F6"/>
              </a:solidFill>
            </c:spPr>
          </c:dPt>
          <c:dPt>
            <c:idx val="5"/>
            <c:spPr>
              <a:solidFill>
                <a:srgbClr val="19B9F6"/>
              </a:solidFill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105,0k · 65%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20,9k · 13%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13,5k · 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12,2k · 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6,8k · 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2,1k · 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Colombia</c:v>
                </c:pt>
                <c:pt idx="1">
                  <c:v>Caribe</c:v>
                </c:pt>
                <c:pt idx="2">
                  <c:v>Venezuela</c:v>
                </c:pt>
                <c:pt idx="3">
                  <c:v>Ecuador</c:v>
                </c:pt>
                <c:pt idx="4">
                  <c:v>Centro América</c:v>
                </c:pt>
                <c:pt idx="5">
                  <c:v>Perú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104987</c:v>
                </c:pt>
                <c:pt idx="1">
                  <c:v>20935</c:v>
                </c:pt>
                <c:pt idx="2">
                  <c:v>13545</c:v>
                </c:pt>
                <c:pt idx="3">
                  <c:v>12204</c:v>
                </c:pt>
                <c:pt idx="4">
                  <c:v>6756</c:v>
                </c:pt>
                <c:pt idx="5">
                  <c:v>2120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F8F2E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7979.2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F8F2E7"/>
                </a:solidFill>
              </a:rPr>
              <a:t>Lost value by reason · US$ k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FF570F"/>
              </a:solidFill>
            </c:spPr>
          </c:dPt>
          <c:dPt>
            <c:idx val="1"/>
            <c:spPr>
              <a:solidFill>
                <a:srgbClr val="19B9F6"/>
              </a:solidFill>
            </c:spPr>
          </c:dPt>
          <c:dPt>
            <c:idx val="2"/>
            <c:spPr>
              <a:solidFill>
                <a:srgbClr val="19B9F6"/>
              </a:solidFill>
            </c:spPr>
          </c:dPt>
          <c:dPt>
            <c:idx val="3"/>
            <c:spPr>
              <a:solidFill>
                <a:srgbClr val="19B9F6"/>
              </a:solidFill>
            </c:spPr>
          </c:dPt>
          <c:dPt>
            <c:idx val="4"/>
            <c:spPr>
              <a:solidFill>
                <a:srgbClr val="19B9F6"/>
              </a:solidFill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234,0 · 56%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131,2 · 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27,6 · 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20,5 · 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750" b="1">
                        <a:solidFill>
                          <a:srgbClr val="F8F2E7"/>
                        </a:solidFill>
                      </a:rPr>
                      <a:t>6,5 · 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Price</c:v>
                </c:pt>
                <c:pt idx="1">
                  <c:v>Plant capability</c:v>
                </c:pt>
                <c:pt idx="2">
                  <c:v>Alternative tech</c:v>
                </c:pt>
                <c:pt idx="3">
                  <c:v>Customer budget</c:v>
                </c:pt>
                <c:pt idx="4">
                  <c:v>Lead time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234.00320000000002</c:v>
                </c:pt>
                <c:pt idx="1">
                  <c:v>131.19877</c:v>
                </c:pt>
                <c:pt idx="2">
                  <c:v>27.58858</c:v>
                </c:pt>
                <c:pt idx="3">
                  <c:v>20.45607</c:v>
                </c:pt>
                <c:pt idx="4">
                  <c:v>6.4797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F8F2E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74.40512000000007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0B2246"/>
                </a:solidFill>
              </a:rPr>
              <a:t>Sales vs Board budget YTD (k m²)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YTD (k m²)</c:v>
                </c:pt>
              </c:strCache>
            </c:strRef>
          </c:tx>
          <c:spPr>
            <a:solidFill>
              <a:srgbClr val="00EDB6"/>
            </a:solidFill>
          </c:spPr>
          <c:cat>
            <c:strRef>
              <c:f>Sheet1!$A$2:$A$6</c:f>
              <c:strCache>
                <c:ptCount val="5"/>
                <c:pt idx="0">
                  <c:v>Industrial</c:v>
                </c:pt>
                <c:pt idx="1">
                  <c:v>Distribution</c:v>
                </c:pt>
                <c:pt idx="2">
                  <c:v>Alt. Sales</c:v>
                </c:pt>
                <c:pt idx="3">
                  <c:v>Construction</c:v>
                </c:pt>
                <c:pt idx="4">
                  <c:v>Refrigeration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592.4983631742809</c:v>
                </c:pt>
                <c:pt idx="1">
                  <c:v>396.08763682572004</c:v>
                </c:pt>
                <c:pt idx="2">
                  <c:v>69.43</c:v>
                </c:pt>
                <c:pt idx="3">
                  <c:v>740.6111999999999</c:v>
                </c:pt>
                <c:pt idx="4">
                  <c:v>317.40479999999997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Board budget YTD (k m²)</c:v>
                </c:pt>
              </c:strCache>
            </c:strRef>
          </c:tx>
          <c:spPr>
            <a:solidFill>
              <a:srgbClr val="004990"/>
            </a:solidFill>
          </c:spPr>
          <c:cat>
            <c:strRef>
              <c:f>Sheet1!$A$2:$A$6</c:f>
              <c:strCache>
                <c:ptCount val="5"/>
                <c:pt idx="0">
                  <c:v>Industrial</c:v>
                </c:pt>
                <c:pt idx="1">
                  <c:v>Distribution</c:v>
                </c:pt>
                <c:pt idx="2">
                  <c:v>Alt. Sales</c:v>
                </c:pt>
                <c:pt idx="3">
                  <c:v>Construction</c:v>
                </c:pt>
                <c:pt idx="4">
                  <c:v>Refrigeration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710.3433083543409</c:v>
                </c:pt>
                <c:pt idx="1">
                  <c:v>397.694558882983</c:v>
                </c:pt>
                <c:pt idx="2">
                  <c:v>41.8216940906865</c:v>
                </c:pt>
                <c:pt idx="3">
                  <c:v>804.901692929607</c:v>
                </c:pt>
                <c:pt idx="4">
                  <c:v>344.957868398403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>
                  <a:solidFill>
                    <a:srgbClr val="0B224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0B2246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7FFFF29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7034ED-BC2C-4D41-ABF3-B9148EB7342B}" authorId="{D1CE87DB-A83A-B250-3954-1F9BCA6CB8B9}" created="2026-10-29T03:21:09.630">
    <pc:sldMkLst xmlns:pc="http://schemas.microsoft.com/office/powerpoint/2013/main/command">
      <pc:docMk/>
      <pc:sldMk cId="0" sldId="2147480223"/>
    </pc:sldMkLst>
    <p188:txBody>
      <a:bodyPr/>
      <a:lstStyle/>
      <a:p>
        <a:r>
          <a:rPr lang="es-CO"/>
          <a:t>Como valido el order intake por canal del año pasado</a:t>
        </a:r>
      </a:p>
    </p188:txBody>
  </p188:cm>
</p188:cmLst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40390F-A143-2BD9-E1AB-11AA12852F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B970D-26D5-9067-469F-691FCA5468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EB5D0-5E52-4A23-AA01-0419CC82A347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053FB-709E-7E25-9333-D840FBB5C4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A4FA3-5049-228F-AB95-0208915508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6E520-435F-49A6-88DB-EBE201D0F79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4990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74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KEY MESSAGES</a:t>
            </a:r>
          </a:p>
          <a:p>
            <a:r>
              <a:rPr dirty="0"/>
              <a:t>- Sales Sep 125,9k m² (+7% YoY); YTD 1.058,3k m² (+15% YoY); MoM −7% vs Aug.</a:t>
            </a:r>
          </a:p>
          <a:p>
            <a:r>
              <a:rPr dirty="0"/>
              <a:t>- Order Intake Sep 146.446 m² (+27,8% YoY vs 114.611); YTD 1.239.541 m² (+25,4% vs 988.103); MoM −3,4% vs 151.623.</a:t>
            </a:r>
          </a:p>
          <a:p>
            <a:r>
              <a:rPr dirty="0"/>
              <a:t>- Book-to-bill YTD 1,17x: demand &gt; billing → backlog build-up.</a:t>
            </a:r>
          </a:p>
          <a:p>
            <a:endParaRPr dirty="0"/>
          </a:p>
          <a:p>
            <a:r>
              <a:rPr dirty="0"/>
              <a:t>DATA NOTES</a:t>
            </a:r>
          </a:p>
          <a:p>
            <a:r>
              <a:rPr dirty="0"/>
              <a:t>- Source deck labelled OI as 'August' and YTD as 1.293,5K m²; corrected to Sep / 1.239.541 per the OI table.</a:t>
            </a:r>
          </a:p>
          <a:p>
            <a:r>
              <a:rPr dirty="0"/>
              <a:t>- Sales PY and Aug absolute values are not in the source (only %); Data Engine sheet 01 holds derived values to be replaced.</a:t>
            </a:r>
          </a:p>
          <a:p>
            <a:r>
              <a:rPr dirty="0"/>
              <a:t>- Update: Data Engine › 01_Overview.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OI Sep 146.446 m² (+27,8%); YTD 1.239.541 m² (+25,4%).</a:t>
            </a:r>
          </a:p>
          <a:p>
            <a:r>
              <a:t>- Revenue Sep COP 13.741 MM (+28,7%); YTD COP 130.176 MM (+36,3%).</a:t>
            </a:r>
          </a:p>
          <a:p>
            <a:r>
              <a:t>- Gross margin STD Sep 27% vs 24% PY (+3 pp); YTD 25% vs 24%.</a:t>
            </a:r>
          </a:p>
          <a:p>
            <a:r>
              <a:t>- May peak (COP 27.094 MM) at the lowest margin of the year (20,9%) – large-project pricing.</a:t>
            </a:r>
          </a:p>
          <a:p>
            <a:endParaRPr/>
          </a:p>
          <a:p>
            <a:r>
              <a:t>DATA NOTES</a:t>
            </a:r>
          </a:p>
          <a:p>
            <a:r>
              <a:t>- Margin cards in the source said 'August 2026'; relabelled September.</a:t>
            </a:r>
          </a:p>
          <a:p>
            <a:r>
              <a:t>- Monthly CY revenue: Apr uses 12.270 and Jul 11.719 so that the series reconciles with YTD 130.176 (source chart showed Apr 13.170).</a:t>
            </a:r>
          </a:p>
          <a:p>
            <a:r>
              <a:t>- Update: Data Engine › 02_OI (chart: right-click › Edit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OI October 160.547 m² (+20,9% vs Oct-25); YTD 1.400.088 m² (+24,9% YoY).</a:t>
            </a:r>
          </a:p>
          <a:p>
            <a:r>
              <a:t>- YTD mix: Industrial 62% · Distribution 34% · Alternative Sales 4%; Construction 70% · Refrigeration 30%.</a:t>
            </a:r>
          </a:p>
          <a:p>
            <a:r>
              <a:t>- Weighted OI margin 27,3% vs 23,2% PY (+4,1 pp); Alternative Sales leads at 41,5%.</a:t>
            </a:r>
          </a:p>
          <a:p>
            <a:r>
              <a:t>- Sales YTD at 104% of the Board budget (1.199.504 vs 1.149.860 m²): Industrial 95% · Distribution 114% · Alternative Sales 166%.</a:t>
            </a:r>
          </a:p>
          <a:p>
            <a:r>
              <a:t>- Channels: Alternative Sales = current channel; Industrial + Distribution = IMP total excl. Alternative Sales, prorated by the current Industrial/Distribution mix (64% / 36% OI CM). Segments: Construction 70% / Refrigeration 30% (assigned).</a:t>
            </a:r>
          </a:p>
          <a:p/>
          <a:p>
            <a:r>
              <a:t>UPDATE</a:t>
            </a:r>
          </a:p>
          <a:p>
            <a:r>
              <a:t>- Data Engine › 22_Canales_Segmentos (tablas filas 42–63) · 21_Ppto_Junta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Backlog IMP 498.453 m² (+43,3% vs 347.834 PY; +36,8% vs 364.496 on 1-Jan).</a:t>
            </a:r>
          </a:p>
          <a:p>
            <a:r>
              <a:t>- Kingcore 78.182 m² (+84%), Single Skin 40.157 m² (3,8x PY).</a:t>
            </a:r>
          </a:p>
          <a:p>
            <a:r>
              <a:t>- Value COP 50.189 MM (+51% vs 33.248 PY). Margin STD 27,3% (+2,3 pp); 27,7% excluding Canpack.</a:t>
            </a:r>
          </a:p>
          <a:p>
            <a:endParaRPr/>
          </a:p>
          <a:p>
            <a:r>
              <a:t>DATA NOTES</a:t>
            </a:r>
          </a:p>
          <a:p>
            <a:r>
              <a:t>- Source table showed PY revenue 10.617 (duplicate of Single Skin PY); corrected to COP 33.248 MM from the progression chart (Sep-25).</a:t>
            </a:r>
          </a:p>
          <a:p>
            <a:r>
              <a:t>- Margin card said 'August'; relabelled September.</a:t>
            </a:r>
          </a:p>
          <a:p>
            <a:r>
              <a:t>- Update: Data Engine › 04_Backlog.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Backlog IMP 525.529 m² (+45,9% vs 360.246 m² PY); Industrial holds 78% (+50,3%).</a:t>
            </a:r>
          </a:p>
          <a:p>
            <a:r>
              <a:t>- Distribution 107.224 m² (+31,7%) · Alternative Sales 5.789 m² (+34,3%).</a:t>
            </a:r>
          </a:p>
          <a:p>
            <a:r>
              <a:t>- Weighted backlog margin 26,9% vs 22,2% PY (+4,7 pp).</a:t>
            </a:r>
          </a:p>
          <a:p>
            <a:r>
              <a:t>- Segments: Construction 367.870 m² · Refrigeration 157.659 m² (assigned split 70% / 30%).</a:t>
            </a:r>
          </a:p>
          <a:p>
            <a:r>
              <a:t>- Channels: Alternative Sales = current channel; Industrial + Distribution = IMP total excl. Alternative Sales, prorated by the current Industrial/Distribution mix (64% / 36% OI CM). Segments: Construction 70% / Refrigeration 30% (assigned).</a:t>
            </a:r>
          </a:p>
          <a:p/>
          <a:p>
            <a:r>
              <a:t>UPDATE</a:t>
            </a:r>
          </a:p>
          <a:p>
            <a:r>
              <a:t>- Data Engine › 22_Canales_Segmentos (tablas filas 42–63) · 21_Ppto_Junta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Actual YTD Sep 1.228.503 m² (+24,3% vs 988.103); revenue COP 128.546 MM (+34,6%).</a:t>
            </a:r>
          </a:p>
          <a:p>
            <a:r>
              <a:t>- Updated Q4 forecast: Oct 138.000, Nov 140.000, Dec 122.000 = 400.000 m² (+7,6% vs Q4-25 371.738); COP 43.275 MM (+21,5%).</a:t>
            </a:r>
          </a:p>
          <a:p>
            <a:r>
              <a:t>- FY 2026: 1.628.503 m² (+19,8% vs 1.359.841); COP 171.821 MM (+31,0% vs 131.136).</a:t>
            </a:r>
          </a:p>
          <a:p>
            <a:endParaRPr/>
          </a:p>
          <a:p>
            <a:r>
              <a:t>DATA NOTES</a:t>
            </a:r>
          </a:p>
          <a:p>
            <a:r>
              <a:t>- June actual updated in the Data Engine to 124.406 m² / COP 12.023 MM; the OI table (slides 2–3) still shows YTD 1.239.541 m² – reconcile.</a:t>
            </a:r>
          </a:p>
          <a:p>
            <a:r>
              <a:t>- Update: Data Engine › 06_Perf_Forecast.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Industrial: 38 projects (26 itemised + 'Others' group), 662.771 m², USD 21.038.017. Closed won: Mecalfab, Metalmecánica–Indulogix, Fluitec, Inversiones Cold (USD 1.287.000).</a:t>
            </a:r>
          </a:p>
          <a:p>
            <a:r>
              <a:t>- Distribution: 10 projects, 79.254 m², USD 2.459.507. Closed won: RFS, Agropecuaria SantaCruz, Técnica Industrial Duarte (USD 491.937).</a:t>
            </a:r>
          </a:p>
          <a:p>
            <a:r>
              <a:t>- Total: 48 projects, USD 23,5 M, 742.025 m².</a:t>
            </a:r>
          </a:p>
          <a:p>
            <a:endParaRPr/>
          </a:p>
          <a:p>
            <a:r>
              <a:t>DATA NOTES</a:t>
            </a:r>
          </a:p>
          <a:p>
            <a:r>
              <a:t>- Sum of Industrial rows = 662.771 m² vs 658.771 total reported in the source table (USD reconciles). Validate one row.</a:t>
            </a:r>
          </a:p>
          <a:p>
            <a:r>
              <a:t>- Update: Data Engine › Pipeline and 08_Key_Projects.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Price explains 56% of the US$ 419,7k lost (Termopainel the main competitor); plant capability adds US$ 131,2k (31%). 10.576 m² lost across 7 opportunities.</a:t>
            </a:r>
          </a:p>
          <a:p/>
          <a:p>
            <a:r>
              <a:t>UPDATE</a:t>
            </a:r>
          </a:p>
          <a:p>
            <a:r>
              <a:t>- Data Engine › 20_Lost_Business (tabla con filtros y consulta interactiva por competidor/motivo)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8C53B-7164-A112-D9C9-91F0354A9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B8C0C-183A-F72D-2B8C-21BD793A6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</a:t>
            </a:r>
          </a:p>
          <a:p>
            <a:r>
              <a:t>- Full project base behind the Key Projects summary (top 5 per segment on the previous slide). Volume only – no close probability or close month.</a:t>
            </a:r>
          </a:p>
          <a:p>
            <a:r>
              <a:t>- Industrial: 38 projects (26 itemised + 'Others' group), 662.771 m², USD 21.038.017. Largest: Construplan–Walmart 100.000 m², Haceb 85.000, Conmetal 50.000, Imbert Dominguez 50.000, Magnetron 45.000.</a:t>
            </a:r>
          </a:p>
          <a:p>
            <a:r>
              <a:t>- Distribution: 10 projects, 79.254 m², USD 2.459.507. Largest: Colcover 21.528 m², Galvaceros–Colegios Sucre 14.000, RFS 12.500, CIA Caribe Mar 12.000.</a:t>
            </a:r>
          </a:p>
          <a:p>
            <a:r>
              <a:t>- Bar colour = status (Pending / Specification / Closed won).</a:t>
            </a:r>
          </a:p>
          <a:p>
            <a:endParaRPr/>
          </a:p>
          <a:p>
            <a:r>
              <a:t>DATA NOTE</a:t>
            </a:r>
          </a:p>
          <a:p>
            <a:r>
              <a:t>- Sum of Industrial rows = 662.771 m² vs 658.771 total printed in the source table (USD reconciles at 21.038.017).</a:t>
            </a:r>
          </a:p>
        </p:txBody>
      </p:sp>
    </p:spTree>
    <p:extLst>
      <p:ext uri="{BB962C8B-B14F-4D97-AF65-F5344CB8AC3E}">
        <p14:creationId xmlns:p14="http://schemas.microsoft.com/office/powerpoint/2010/main" val="687263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Groups at 92% of the Board YTD budget (gap −92k m²). Largest gaps: Industrial (−70k m², 83%) and Other Geographies (−52k m², 86%); above budget: Site Cali, Alternative Sales. Backlog 526k m² at 27% margin.</a:t>
            </a:r>
          </a:p>
          <a:p>
            <a:r>
              <a:t>- Board budget = Presupuesto Junta YTD × participación de cada grupo en el presupuesto anterior (selector en 21_Ppto_Junta B5).</a:t>
            </a:r>
          </a:p>
          <a:p/>
          <a:p>
            <a:r>
              <a:t>UPDATE</a:t>
            </a:r>
          </a:p>
          <a:p>
            <a:r>
              <a:t>- Data Engine › RSM_Resumen_Canales (columnas T:W) · 21_Ppto_Junta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Bars: sales YTD vs budget YTD by channel (k m²). Lines: backlog gross margin Sep-25 (dashed) vs Sep-26 (solid).</a:t>
            </a:r>
          </a:p>
          <a:p>
            <a:r>
              <a:t>- Industrial: sales 340k vs budget 444k (77%), margin 28,7% → 33,1%; Distribution: sales 227k vs budget 249k (91%), margin 27,0% → 30,0%; Other Geographies: sales 306k vs budget 388k (79%), margin 10,4% → 14,6%; Cold Storage: sales 9k vs budget 10k (92%), margin 38,7% → 28,1%; Site Cali: sales 107k vs budget 111k (96%), margin n.a. → 36,8%; Alternative Sales: sales 69k vs budget 45k (153%), margin 37,0% → 45,3%.</a:t>
            </a:r>
          </a:p>
          <a:p>
            <a:r>
              <a:t>- Total margin 22,2% → 27,9%.</a:t>
            </a:r>
          </a:p>
          <a:p>
            <a:endParaRPr/>
          </a:p>
          <a:p>
            <a:r>
              <a:t>NOTE</a:t>
            </a:r>
          </a:p>
          <a:p>
            <a:r>
              <a:t>- Monthly sales/budget/margin by channel is not in the Data Engine yet; with monthly inputs this chart can show the month-by-month trend.</a:t>
            </a:r>
          </a:p>
          <a:p>
            <a:r>
              <a:t>- Update: Data Engine › RSM_Resumen_Canales.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6126-0EDA-D82A-0B2C-EFB487ED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27362-9BCC-0A5E-09EC-1A8218AB2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FB05D-0320-801C-DEAB-8181B8D6D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- Activity: 218 customer visits; 26 new clients (7,4k m², USD 197.235 → ~USD 7,6k per new client); 122 people trained; 2 trade shows.</a:t>
            </a:r>
          </a:p>
          <a:p>
            <a:r>
              <a:t>- Specification: 163.801 m² in panels + 49.626 m² in the architectural line (213.427 m² total).</a:t>
            </a:r>
          </a:p>
          <a:p>
            <a:r>
              <a:t>- Milestones: Binational Event Cúcuta (Colombia–Venezuela business round); cold storage training for Grupo Nutresa; Smartfit façade 599 m²; Dollarcity Mamatoco roof.</a:t>
            </a:r>
          </a:p>
          <a:p>
            <a:endParaRPr/>
          </a:p>
          <a:p>
            <a:r>
              <a:t>UPDATE</a:t>
            </a:r>
          </a:p>
          <a:p>
            <a:r>
              <a:t>- Data Engine › 15_Highlights.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6DCDC-9DCE-2D74-D5A0-78F3EC239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558340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Status update for the Data Solutions plan in Middle Americas. </a:t>
            </a:r>
            <a:r>
              <a:rPr lang="en-US" dirty="0"/>
              <a:t>29 </a:t>
            </a:r>
            <a:r>
              <a:rPr lang="en-US"/>
              <a:t>projects identified across Colombia, Ecuador, Peru, Central America, the Caribbean, Puerto Rico and Venezuela. Gensler</a:t>
            </a:r>
            <a:r>
              <a:rPr lang="en-US" dirty="0"/>
              <a:t>, Deerns and InterNexa have</a:t>
            </a:r>
            <a:r>
              <a:rPr lang="en-US"/>
              <a:t> been contacted. Next step: meeting with the Kingspan Data Solutions / Tate sales lead for Latin America to agree on an integration plan for projects where Kingspan Colombia currently supplies only the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Relationship Id="rId3" Type="http://schemas.openxmlformats.org/officeDocument/2006/relationships/image" Target="../media/image9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5297A8B1-8B75-55A6-2678-BC1D5E1CFE1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2930" y="484982"/>
            <a:ext cx="2302669" cy="111140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6BDE7-4CDC-472C-283B-850AD7FF6862}"/>
              </a:ext>
            </a:extLst>
          </p:cNvPr>
          <p:cNvSpPr/>
          <p:nvPr userDrawn="1"/>
        </p:nvSpPr>
        <p:spPr>
          <a:xfrm>
            <a:off x="554037" y="2209800"/>
            <a:ext cx="9875838" cy="3952875"/>
          </a:xfrm>
          <a:custGeom>
            <a:avLst/>
            <a:gdLst>
              <a:gd name="csX0" fmla="*/ 0 w 9886950"/>
              <a:gd name="csY0" fmla="*/ 0 h 3952875"/>
              <a:gd name="csX1" fmla="*/ 0 w 9886950"/>
              <a:gd name="csY1" fmla="*/ 3952875 h 3952875"/>
              <a:gd name="csX2" fmla="*/ 9886950 w 9886950"/>
              <a:gd name="csY2" fmla="*/ 3952875 h 395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886950" h="3952875">
                <a:moveTo>
                  <a:pt x="0" y="0"/>
                </a:moveTo>
                <a:lnTo>
                  <a:pt x="0" y="3952875"/>
                </a:lnTo>
                <a:lnTo>
                  <a:pt x="9886950" y="3952875"/>
                </a:lnTo>
              </a:path>
            </a:pathLst>
          </a:custGeom>
          <a:ln w="12700">
            <a:solidFill>
              <a:schemeClr val="bg1"/>
            </a:solidFill>
            <a:prstDash val="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BB9E5-265C-2BC5-1282-D2A5BAF6BE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2400" y="2232000"/>
            <a:ext cx="3740400" cy="1728000"/>
          </a:xfrm>
        </p:spPr>
        <p:txBody>
          <a:bodyPr tIns="36000" bIns="36000" anchor="t"/>
          <a:lstStyle>
            <a:lvl1pPr algn="l">
              <a:defRPr sz="4600" b="0">
                <a:solidFill>
                  <a:schemeClr val="bg1"/>
                </a:solidFill>
                <a:latin typeface="Pressio No. 51" panose="00000500000000000000" pitchFamily="50" charset="0"/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BBB91-286D-2A37-62BB-D0364EBBF0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00" y="5392800"/>
            <a:ext cx="2772000" cy="475200"/>
          </a:xfrm>
          <a:solidFill>
            <a:schemeClr val="accent1"/>
          </a:solidFill>
        </p:spPr>
        <p:txBody>
          <a:bodyPr lIns="2340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B9930-5DF3-F917-15AC-5CE977E9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29500" y="5392800"/>
            <a:ext cx="3000375" cy="475200"/>
          </a:xfrm>
        </p:spPr>
        <p:txBody>
          <a:bodyPr/>
          <a:lstStyle>
            <a:lvl1pPr>
              <a:defRPr sz="2000" b="0"/>
            </a:lvl1pPr>
          </a:lstStyle>
          <a:p>
            <a:pPr algn="r"/>
            <a:fld id="{3FE2C870-92C9-4C49-A931-9C604284FC5E}" type="datetimeFigureOut">
              <a:rPr lang="en-IE" smtClean="0"/>
              <a:pPr algn="r"/>
              <a:t>29/10/2026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DC702-48CD-1FBE-0FF1-1CDD0831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78334"/>
            <a:ext cx="4114800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D0C74-6CFA-8758-A528-DF37661A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8" y="7078333"/>
            <a:ext cx="476250" cy="365125"/>
          </a:xfrm>
        </p:spPr>
        <p:txBody>
          <a:bodyPr/>
          <a:lstStyle/>
          <a:p>
            <a:fld id="{C230BFE3-51FC-4A6B-A560-6866B565E82E}" type="slidenum">
              <a:rPr lang="en-IE" smtClean="0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3650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B5E1EE9-60AC-11CE-8294-B40E956A899D}"/>
              </a:ext>
            </a:extLst>
          </p:cNvPr>
          <p:cNvSpPr/>
          <p:nvPr/>
        </p:nvSpPr>
        <p:spPr>
          <a:xfrm>
            <a:off x="0" y="0"/>
            <a:ext cx="11639677" cy="5997066"/>
          </a:xfrm>
          <a:custGeom>
            <a:avLst/>
            <a:gdLst>
              <a:gd name="csX0" fmla="*/ 0 w 11639677"/>
              <a:gd name="csY0" fmla="*/ 0 h 5997066"/>
              <a:gd name="csX1" fmla="*/ 0 w 11639677"/>
              <a:gd name="csY1" fmla="*/ 5997067 h 5997066"/>
              <a:gd name="csX2" fmla="*/ 10530459 w 11639677"/>
              <a:gd name="csY2" fmla="*/ 5997067 h 5997066"/>
              <a:gd name="csX3" fmla="*/ 11639677 w 11639677"/>
              <a:gd name="csY3" fmla="*/ 5396230 h 5997066"/>
              <a:gd name="csX4" fmla="*/ 11639677 w 11639677"/>
              <a:gd name="csY4" fmla="*/ 0 h 5997066"/>
              <a:gd name="csX5" fmla="*/ 0 w 11639677"/>
              <a:gd name="csY5" fmla="*/ 0 h 5997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9677" h="5997066">
                <a:moveTo>
                  <a:pt x="0" y="0"/>
                </a:moveTo>
                <a:lnTo>
                  <a:pt x="0" y="5997067"/>
                </a:lnTo>
                <a:lnTo>
                  <a:pt x="10530459" y="5997067"/>
                </a:lnTo>
                <a:lnTo>
                  <a:pt x="11639677" y="5396230"/>
                </a:lnTo>
                <a:lnTo>
                  <a:pt x="11639677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D30BA2-CB16-249B-F4D6-7E24D2EE19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8598" y="0"/>
            <a:ext cx="6384545" cy="5346065"/>
          </a:xfrm>
          <a:custGeom>
            <a:avLst/>
            <a:gdLst>
              <a:gd name="csX0" fmla="*/ 0 w 6384545"/>
              <a:gd name="csY0" fmla="*/ 0 h 5346065"/>
              <a:gd name="csX1" fmla="*/ 6384545 w 6384545"/>
              <a:gd name="csY1" fmla="*/ 0 h 5346065"/>
              <a:gd name="csX2" fmla="*/ 6384545 w 6384545"/>
              <a:gd name="csY2" fmla="*/ 3269996 h 5346065"/>
              <a:gd name="csX3" fmla="*/ 2549271 w 6384545"/>
              <a:gd name="csY3" fmla="*/ 5346065 h 5346065"/>
              <a:gd name="csX4" fmla="*/ 0 w 6384545"/>
              <a:gd name="csY4" fmla="*/ 5346065 h 534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84545" h="5346065">
                <a:moveTo>
                  <a:pt x="0" y="0"/>
                </a:moveTo>
                <a:lnTo>
                  <a:pt x="6384545" y="0"/>
                </a:lnTo>
                <a:lnTo>
                  <a:pt x="6384545" y="3269996"/>
                </a:lnTo>
                <a:lnTo>
                  <a:pt x="2549271" y="5346065"/>
                </a:lnTo>
                <a:lnTo>
                  <a:pt x="0" y="53460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9663" y="1308100"/>
            <a:ext cx="4269600" cy="4147820"/>
          </a:xfrm>
          <a:noFill/>
          <a:ln>
            <a:noFill/>
          </a:ln>
          <a:effectLst/>
        </p:spPr>
        <p:txBody>
          <a:bodyPr lIns="0" tIns="0" rIns="0"/>
          <a:lstStyle>
            <a:lvl1pPr marL="0" indent="0">
              <a:spcBef>
                <a:spcPts val="800"/>
              </a:spcBef>
              <a:spcAft>
                <a:spcPts val="200"/>
              </a:spcAft>
              <a:buNone/>
              <a:defRPr sz="13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 2" panose="05020102010507070707" pitchFamily="18" charset="2"/>
              <a:buChar char=""/>
              <a:defRPr sz="13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</a:t>
            </a:r>
            <a:br>
              <a:rPr lang="en-US"/>
            </a:br>
            <a:r>
              <a:rPr lang="en-US"/>
              <a:t>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9662" y="646235"/>
            <a:ext cx="4269600" cy="263403"/>
          </a:xfrm>
        </p:spPr>
        <p:txBody>
          <a:bodyPr lIns="0" tIns="0" rIns="0" anchor="t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878E-4789-4ECD-876A-E296315E0F52}" type="datetime1">
              <a:rPr lang="en-IE" smtClean="0"/>
              <a:t>29/10/2026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6597CC-DC61-4440-A16D-3AA939DE77B3}" type="slidenum">
              <a:rPr lang="en-IE" smtClean="0"/>
              <a:pPr/>
              <a:t>‹Nº›</a:t>
            </a:fld>
            <a:endParaRPr lang="en-IE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A9810A-DA3A-E3CD-9F4C-5F51972CB7DD}"/>
              </a:ext>
            </a:extLst>
          </p:cNvPr>
          <p:cNvCxnSpPr/>
          <p:nvPr userDrawn="1"/>
        </p:nvCxnSpPr>
        <p:spPr>
          <a:xfrm>
            <a:off x="1109663" y="1035046"/>
            <a:ext cx="4270904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38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BFD2AA0-7871-66FF-1A2C-F7208C4BF426}"/>
              </a:ext>
            </a:extLst>
          </p:cNvPr>
          <p:cNvSpPr/>
          <p:nvPr userDrawn="1"/>
        </p:nvSpPr>
        <p:spPr>
          <a:xfrm>
            <a:off x="554038" y="436119"/>
            <a:ext cx="11136439" cy="5532882"/>
          </a:xfrm>
          <a:custGeom>
            <a:avLst/>
            <a:gdLst>
              <a:gd name="csX0" fmla="*/ 0 w 11136439"/>
              <a:gd name="csY0" fmla="*/ 0 h 5532882"/>
              <a:gd name="csX1" fmla="*/ 11136439 w 11136439"/>
              <a:gd name="csY1" fmla="*/ 0 h 5532882"/>
              <a:gd name="csX2" fmla="*/ 11136439 w 11136439"/>
              <a:gd name="csY2" fmla="*/ 4932045 h 5532882"/>
              <a:gd name="csX3" fmla="*/ 10027221 w 11136439"/>
              <a:gd name="csY3" fmla="*/ 5532882 h 5532882"/>
              <a:gd name="csX4" fmla="*/ 0 w 11136439"/>
              <a:gd name="csY4" fmla="*/ 5532882 h 55328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136439" h="5532882">
                <a:moveTo>
                  <a:pt x="0" y="0"/>
                </a:moveTo>
                <a:lnTo>
                  <a:pt x="11136439" y="0"/>
                </a:lnTo>
                <a:lnTo>
                  <a:pt x="11136439" y="4932045"/>
                </a:lnTo>
                <a:lnTo>
                  <a:pt x="10027221" y="5532882"/>
                </a:lnTo>
                <a:lnTo>
                  <a:pt x="0" y="5532882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109663" y="1323242"/>
            <a:ext cx="7199312" cy="4582408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9055099" y="868279"/>
            <a:ext cx="1593851" cy="971770"/>
          </a:xfrm>
          <a:ln>
            <a:noFill/>
          </a:ln>
        </p:spPr>
        <p:txBody>
          <a:bodyPr lIns="0" tIns="144000" bIns="0"/>
          <a:lstStyle>
            <a:lvl1pPr marL="0" indent="0" algn="l">
              <a:spcAft>
                <a:spcPts val="300"/>
              </a:spcAft>
              <a:buFont typeface="Wingdings 3" panose="05040102010807070707" pitchFamily="18" charset="2"/>
              <a:buNone/>
              <a:defRPr sz="900" b="1">
                <a:solidFill>
                  <a:schemeClr val="bg1"/>
                </a:solidFill>
                <a:latin typeface="Kingspan Brown TT" panose="020B0504020101010102" pitchFamily="34" charset="0"/>
                <a:sym typeface="Wingdings" panose="05000000000000000000" pitchFamily="2" charset="2"/>
              </a:defRPr>
            </a:lvl1pPr>
            <a:lvl2pPr marL="0" indent="0" algn="l">
              <a:spcBef>
                <a:spcPts val="0"/>
              </a:spcBef>
              <a:buNone/>
              <a:tabLst>
                <a:tab pos="1793875" algn="r"/>
              </a:tabLst>
              <a:defRPr sz="3300" b="0" u="none" cap="none" baseline="0">
                <a:solidFill>
                  <a:schemeClr val="accent2"/>
                </a:solidFill>
                <a:latin typeface="Pressio No. 51" panose="00000500000000000000" pitchFamily="50" charset="0"/>
              </a:defRPr>
            </a:lvl2pPr>
            <a:lvl3pPr marL="0" indent="0" algn="l">
              <a:spcBef>
                <a:spcPts val="0"/>
              </a:spcBef>
              <a:buNone/>
              <a:defRPr sz="1350" b="0">
                <a:solidFill>
                  <a:schemeClr val="accent2"/>
                </a:solidFill>
                <a:latin typeface="Pressio No. 51" panose="00000500000000000000" pitchFamily="50" charset="0"/>
              </a:defRPr>
            </a:lvl3pPr>
            <a:lvl4pPr marL="0" indent="0" algn="l">
              <a:lnSpc>
                <a:spcPct val="90000"/>
              </a:lnSpc>
              <a:spcBef>
                <a:spcPts val="150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Metric</a:t>
            </a:r>
          </a:p>
          <a:p>
            <a:pPr lvl="1"/>
            <a:r>
              <a:rPr lang="en-US"/>
              <a:t>####</a:t>
            </a:r>
          </a:p>
          <a:p>
            <a:pPr lvl="2"/>
            <a:r>
              <a:rPr lang="en-US" err="1"/>
              <a:t>Xx</a:t>
            </a:r>
            <a:r>
              <a:rPr lang="en-US"/>
              <a:t>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109663" y="609600"/>
            <a:ext cx="7199312" cy="361504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055099" y="1993135"/>
            <a:ext cx="1593851" cy="972834"/>
          </a:xfrm>
          <a:ln>
            <a:noFill/>
          </a:ln>
        </p:spPr>
        <p:txBody>
          <a:bodyPr lIns="0" tIns="144000" bIns="0"/>
          <a:lstStyle>
            <a:lvl1pPr marL="0" indent="0" algn="l">
              <a:spcAft>
                <a:spcPts val="300"/>
              </a:spcAft>
              <a:buFont typeface="Wingdings 3" panose="05040102010807070707" pitchFamily="18" charset="2"/>
              <a:buNone/>
              <a:defRPr sz="900" b="1">
                <a:solidFill>
                  <a:schemeClr val="bg1"/>
                </a:solidFill>
                <a:latin typeface="Kingspan Brown TT" panose="020B0504020101010102" pitchFamily="34" charset="0"/>
                <a:sym typeface="Wingdings" panose="05000000000000000000" pitchFamily="2" charset="2"/>
              </a:defRPr>
            </a:lvl1pPr>
            <a:lvl2pPr marL="0" indent="0" algn="l">
              <a:spcBef>
                <a:spcPts val="0"/>
              </a:spcBef>
              <a:buNone/>
              <a:tabLst>
                <a:tab pos="1793875" algn="r"/>
              </a:tabLst>
              <a:defRPr lang="en-US" sz="3300" b="0" u="none" kern="1200" cap="none" baseline="0" dirty="0" smtClean="0">
                <a:solidFill>
                  <a:schemeClr val="accent2"/>
                </a:solidFill>
                <a:latin typeface="Pressio No. 51" panose="00000500000000000000" pitchFamily="50" charset="0"/>
                <a:ea typeface="+mn-ea"/>
                <a:cs typeface="+mn-cs"/>
              </a:defRPr>
            </a:lvl2pPr>
            <a:lvl3pPr marL="0" indent="0" algn="l">
              <a:spcBef>
                <a:spcPts val="0"/>
              </a:spcBef>
              <a:buNone/>
              <a:defRPr lang="en-US" sz="1350" b="0" kern="1200" dirty="0" smtClean="0">
                <a:solidFill>
                  <a:schemeClr val="accent2"/>
                </a:solidFill>
                <a:latin typeface="Pressio No. 51" panose="00000500000000000000" pitchFamily="50" charset="0"/>
                <a:ea typeface="+mn-ea"/>
                <a:cs typeface="+mn-cs"/>
              </a:defRPr>
            </a:lvl3pPr>
            <a:lvl4pPr marL="0" indent="0" algn="l">
              <a:spcBef>
                <a:spcPts val="1500"/>
              </a:spcBef>
              <a:spcAft>
                <a:spcPts val="60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Metric</a:t>
            </a:r>
          </a:p>
          <a:p>
            <a:pPr lvl="1"/>
            <a:r>
              <a:rPr lang="en-US"/>
              <a:t>####</a:t>
            </a:r>
          </a:p>
          <a:p>
            <a:pPr lvl="2"/>
            <a:r>
              <a:rPr lang="en-US" err="1"/>
              <a:t>Xx</a:t>
            </a:r>
            <a:r>
              <a:rPr lang="en-US"/>
              <a:t>%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9055099" y="3119055"/>
            <a:ext cx="1593851" cy="972834"/>
          </a:xfrm>
          <a:ln>
            <a:noFill/>
          </a:ln>
        </p:spPr>
        <p:txBody>
          <a:bodyPr lIns="0" tIns="144000" bIns="0"/>
          <a:lstStyle>
            <a:lvl1pPr marL="0" indent="0" algn="l">
              <a:buFont typeface="Wingdings 3" panose="05040102010807070707" pitchFamily="18" charset="2"/>
              <a:buNone/>
              <a:defRPr sz="900" b="1">
                <a:solidFill>
                  <a:schemeClr val="bg1"/>
                </a:solidFill>
                <a:latin typeface="Kingspan Brown TT" panose="020B0504020101010102" pitchFamily="34" charset="0"/>
                <a:sym typeface="Wingdings" panose="05000000000000000000" pitchFamily="2" charset="2"/>
              </a:defRPr>
            </a:lvl1pPr>
            <a:lvl2pPr marL="0" indent="0" algn="l">
              <a:spcBef>
                <a:spcPts val="0"/>
              </a:spcBef>
              <a:buNone/>
              <a:tabLst>
                <a:tab pos="1793875" algn="r"/>
              </a:tabLst>
              <a:defRPr lang="en-US" sz="3300" b="0" u="none" kern="1200" cap="none" baseline="0" dirty="0" smtClean="0">
                <a:solidFill>
                  <a:schemeClr val="accent2"/>
                </a:solidFill>
                <a:latin typeface="Pressio No. 51" panose="00000500000000000000" pitchFamily="50" charset="0"/>
                <a:ea typeface="+mn-ea"/>
                <a:cs typeface="+mn-cs"/>
              </a:defRPr>
            </a:lvl2pPr>
            <a:lvl3pPr marL="0" indent="0" algn="l">
              <a:spcBef>
                <a:spcPts val="0"/>
              </a:spcBef>
              <a:buNone/>
              <a:defRPr lang="en-US" sz="1350" b="0" kern="1200" dirty="0" smtClean="0">
                <a:solidFill>
                  <a:schemeClr val="accent2"/>
                </a:solidFill>
                <a:latin typeface="Pressio No. 51" panose="00000500000000000000" pitchFamily="50" charset="0"/>
                <a:ea typeface="+mn-ea"/>
                <a:cs typeface="+mn-cs"/>
              </a:defRPr>
            </a:lvl3pPr>
            <a:lvl4pPr marL="0" indent="0" algn="l">
              <a:spcBef>
                <a:spcPts val="1500"/>
              </a:spcBef>
              <a:spcAft>
                <a:spcPts val="60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Metric</a:t>
            </a:r>
          </a:p>
          <a:p>
            <a:pPr lvl="1"/>
            <a:r>
              <a:rPr lang="en-US"/>
              <a:t>####</a:t>
            </a:r>
          </a:p>
          <a:p>
            <a:pPr lvl="2"/>
            <a:r>
              <a:rPr lang="en-US" err="1"/>
              <a:t>Xx</a:t>
            </a:r>
            <a:r>
              <a:rPr lang="en-US"/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6F43B-FBF4-0515-60DF-A1F3A09808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72563" y="4435475"/>
            <a:ext cx="1574800" cy="1371600"/>
          </a:xfrm>
        </p:spPr>
        <p:txBody>
          <a:bodyPr/>
          <a:lstStyle>
            <a:lvl1pPr>
              <a:buNone/>
              <a:defRPr sz="900" b="1">
                <a:solidFill>
                  <a:schemeClr val="bg1"/>
                </a:solidFill>
                <a:latin typeface="Kingspan Brown TT" panose="020B0504020101010102" pitchFamily="34" charset="0"/>
              </a:defRPr>
            </a:lvl1pPr>
            <a:lvl2pPr marL="0" indent="0">
              <a:spcBef>
                <a:spcPts val="0"/>
              </a:spcBef>
              <a:buNone/>
              <a:defRPr sz="3300" cap="none" baseline="0">
                <a:solidFill>
                  <a:schemeClr val="accent2"/>
                </a:solidFill>
                <a:latin typeface="Pressio No. 51" panose="00000500000000000000" pitchFamily="50" charset="0"/>
              </a:defRPr>
            </a:lvl2pPr>
            <a:lvl3pPr marL="0" indent="0">
              <a:spcBef>
                <a:spcPts val="0"/>
              </a:spcBef>
              <a:buNone/>
              <a:defRPr sz="1350">
                <a:solidFill>
                  <a:schemeClr val="accent2"/>
                </a:solidFill>
                <a:latin typeface="Pressio No. 51" panose="00000500000000000000" pitchFamily="50" charset="0"/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Metric</a:t>
            </a:r>
          </a:p>
          <a:p>
            <a:pPr lvl="1"/>
            <a:r>
              <a:rPr lang="en-US"/>
              <a:t>####</a:t>
            </a:r>
          </a:p>
          <a:p>
            <a:pPr lvl="2"/>
            <a:r>
              <a:rPr lang="en-US"/>
              <a:t>XX%</a:t>
            </a:r>
          </a:p>
          <a:p>
            <a:pPr lvl="3"/>
            <a:endParaRPr lang="en-IE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C63FD2-7078-41B8-975C-BECCDC0BCC48}"/>
              </a:ext>
            </a:extLst>
          </p:cNvPr>
          <p:cNvSpPr/>
          <p:nvPr userDrawn="1"/>
        </p:nvSpPr>
        <p:spPr>
          <a:xfrm>
            <a:off x="8912225" y="1035050"/>
            <a:ext cx="2460625" cy="873125"/>
          </a:xfrm>
          <a:custGeom>
            <a:avLst/>
            <a:gdLst>
              <a:gd name="csX0" fmla="*/ 2460625 w 2460625"/>
              <a:gd name="csY0" fmla="*/ 685800 h 873125"/>
              <a:gd name="csX1" fmla="*/ 2139950 w 2460625"/>
              <a:gd name="csY1" fmla="*/ 873125 h 873125"/>
              <a:gd name="csX2" fmla="*/ 0 w 2460625"/>
              <a:gd name="csY2" fmla="*/ 873125 h 873125"/>
              <a:gd name="csX3" fmla="*/ 0 w 2460625"/>
              <a:gd name="csY3" fmla="*/ 0 h 873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60625" h="873125">
                <a:moveTo>
                  <a:pt x="2460625" y="685800"/>
                </a:moveTo>
                <a:lnTo>
                  <a:pt x="2139950" y="873125"/>
                </a:lnTo>
                <a:lnTo>
                  <a:pt x="0" y="873125"/>
                </a:lnTo>
                <a:lnTo>
                  <a:pt x="0" y="0"/>
                </a:lnTo>
              </a:path>
            </a:pathLst>
          </a:custGeom>
          <a:ln w="7620">
            <a:solidFill>
              <a:schemeClr val="accent2"/>
            </a:solidFill>
            <a:prstDash val="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5711F89-74B2-756B-4C0B-DC45294749EF}"/>
              </a:ext>
            </a:extLst>
          </p:cNvPr>
          <p:cNvSpPr/>
          <p:nvPr userDrawn="1"/>
        </p:nvSpPr>
        <p:spPr>
          <a:xfrm>
            <a:off x="8912225" y="2158470"/>
            <a:ext cx="2460625" cy="873125"/>
          </a:xfrm>
          <a:custGeom>
            <a:avLst/>
            <a:gdLst>
              <a:gd name="csX0" fmla="*/ 2460625 w 2460625"/>
              <a:gd name="csY0" fmla="*/ 685800 h 873125"/>
              <a:gd name="csX1" fmla="*/ 2139950 w 2460625"/>
              <a:gd name="csY1" fmla="*/ 873125 h 873125"/>
              <a:gd name="csX2" fmla="*/ 0 w 2460625"/>
              <a:gd name="csY2" fmla="*/ 873125 h 873125"/>
              <a:gd name="csX3" fmla="*/ 0 w 2460625"/>
              <a:gd name="csY3" fmla="*/ 0 h 873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60625" h="873125">
                <a:moveTo>
                  <a:pt x="2460625" y="685800"/>
                </a:moveTo>
                <a:lnTo>
                  <a:pt x="2139950" y="873125"/>
                </a:lnTo>
                <a:lnTo>
                  <a:pt x="0" y="873125"/>
                </a:lnTo>
                <a:lnTo>
                  <a:pt x="0" y="0"/>
                </a:lnTo>
              </a:path>
            </a:pathLst>
          </a:custGeom>
          <a:ln w="7620">
            <a:solidFill>
              <a:schemeClr val="accent2"/>
            </a:solidFill>
            <a:prstDash val="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41C7673-71B1-CE42-64B9-7CFB346D6F17}"/>
              </a:ext>
            </a:extLst>
          </p:cNvPr>
          <p:cNvSpPr/>
          <p:nvPr userDrawn="1"/>
        </p:nvSpPr>
        <p:spPr>
          <a:xfrm>
            <a:off x="8912225" y="3281891"/>
            <a:ext cx="2460625" cy="873125"/>
          </a:xfrm>
          <a:custGeom>
            <a:avLst/>
            <a:gdLst>
              <a:gd name="csX0" fmla="*/ 2460625 w 2460625"/>
              <a:gd name="csY0" fmla="*/ 685800 h 873125"/>
              <a:gd name="csX1" fmla="*/ 2139950 w 2460625"/>
              <a:gd name="csY1" fmla="*/ 873125 h 873125"/>
              <a:gd name="csX2" fmla="*/ 0 w 2460625"/>
              <a:gd name="csY2" fmla="*/ 873125 h 873125"/>
              <a:gd name="csX3" fmla="*/ 0 w 2460625"/>
              <a:gd name="csY3" fmla="*/ 0 h 873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60625" h="873125">
                <a:moveTo>
                  <a:pt x="2460625" y="685800"/>
                </a:moveTo>
                <a:lnTo>
                  <a:pt x="2139950" y="873125"/>
                </a:lnTo>
                <a:lnTo>
                  <a:pt x="0" y="873125"/>
                </a:lnTo>
                <a:lnTo>
                  <a:pt x="0" y="0"/>
                </a:lnTo>
              </a:path>
            </a:pathLst>
          </a:custGeom>
          <a:ln w="7620">
            <a:solidFill>
              <a:schemeClr val="accent2"/>
            </a:solidFill>
            <a:prstDash val="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E4DD217-D229-0396-A102-1F239E1B9D67}"/>
              </a:ext>
            </a:extLst>
          </p:cNvPr>
          <p:cNvSpPr/>
          <p:nvPr userDrawn="1"/>
        </p:nvSpPr>
        <p:spPr>
          <a:xfrm flipV="1">
            <a:off x="8912225" y="4212696"/>
            <a:ext cx="2444750" cy="1058862"/>
          </a:xfrm>
          <a:custGeom>
            <a:avLst/>
            <a:gdLst>
              <a:gd name="csX0" fmla="*/ 2460625 w 2460625"/>
              <a:gd name="csY0" fmla="*/ 685800 h 873125"/>
              <a:gd name="csX1" fmla="*/ 2139950 w 2460625"/>
              <a:gd name="csY1" fmla="*/ 873125 h 873125"/>
              <a:gd name="csX2" fmla="*/ 0 w 2460625"/>
              <a:gd name="csY2" fmla="*/ 873125 h 873125"/>
              <a:gd name="csX3" fmla="*/ 0 w 2460625"/>
              <a:gd name="csY3" fmla="*/ 0 h 873125"/>
              <a:gd name="csX0" fmla="*/ 2444750 w 2444750"/>
              <a:gd name="csY0" fmla="*/ 1058862 h 1058862"/>
              <a:gd name="csX1" fmla="*/ 2139950 w 2444750"/>
              <a:gd name="csY1" fmla="*/ 873125 h 1058862"/>
              <a:gd name="csX2" fmla="*/ 0 w 2444750"/>
              <a:gd name="csY2" fmla="*/ 873125 h 1058862"/>
              <a:gd name="csX3" fmla="*/ 0 w 2444750"/>
              <a:gd name="csY3" fmla="*/ 0 h 1058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44750" h="1058862">
                <a:moveTo>
                  <a:pt x="2444750" y="1058862"/>
                </a:moveTo>
                <a:lnTo>
                  <a:pt x="2139950" y="873125"/>
                </a:lnTo>
                <a:lnTo>
                  <a:pt x="0" y="873125"/>
                </a:lnTo>
                <a:lnTo>
                  <a:pt x="0" y="0"/>
                </a:lnTo>
              </a:path>
            </a:pathLst>
          </a:custGeom>
          <a:ln w="7620">
            <a:solidFill>
              <a:schemeClr val="accent2"/>
            </a:solidFill>
            <a:prstDash val="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68CD7A-DB46-A5BC-9CD0-564EF1E531EA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035046"/>
            <a:ext cx="7199312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53EAD107-5205-9D5D-3A26-2C1E6C7C055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B001BB55-5F18-9532-97DB-D196B23FEA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F676C7F4-D002-61D8-74B7-29C2CD0D76C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411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B8613A-DA95-3CDB-591F-5B4574870B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9107932" cy="6012053"/>
          </a:xfrm>
          <a:custGeom>
            <a:avLst/>
            <a:gdLst>
              <a:gd name="csX0" fmla="*/ 0 w 9107932"/>
              <a:gd name="csY0" fmla="*/ 0 h 6012053"/>
              <a:gd name="csX1" fmla="*/ 9107932 w 9107932"/>
              <a:gd name="csY1" fmla="*/ 0 h 6012053"/>
              <a:gd name="csX2" fmla="*/ 9107932 w 9107932"/>
              <a:gd name="csY2" fmla="*/ 4480179 h 6012053"/>
              <a:gd name="csX3" fmla="*/ 6465443 w 9107932"/>
              <a:gd name="csY3" fmla="*/ 6012053 h 6012053"/>
              <a:gd name="csX4" fmla="*/ 0 w 9107932"/>
              <a:gd name="csY4" fmla="*/ 6012053 h 6012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107932" h="6012053">
                <a:moveTo>
                  <a:pt x="0" y="0"/>
                </a:moveTo>
                <a:lnTo>
                  <a:pt x="9107932" y="0"/>
                </a:lnTo>
                <a:lnTo>
                  <a:pt x="9107932" y="4480179"/>
                </a:lnTo>
                <a:lnTo>
                  <a:pt x="6465443" y="6012053"/>
                </a:lnTo>
                <a:lnTo>
                  <a:pt x="0" y="601205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B4F0F-CAAC-6B26-0B4A-06454A5A8F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9663" y="670560"/>
            <a:ext cx="6643687" cy="913606"/>
          </a:xfrm>
        </p:spPr>
        <p:txBody>
          <a:bodyPr anchor="t"/>
          <a:lstStyle>
            <a:lvl1pPr>
              <a:lnSpc>
                <a:spcPct val="8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</a:t>
            </a:r>
            <a:br>
              <a:rPr lang="en-US"/>
            </a:br>
            <a:r>
              <a:rPr lang="en-US"/>
              <a:t>Start Title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DD1B9-8353-AF41-29EB-12708B572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8636" y="666751"/>
            <a:ext cx="2304000" cy="230886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B251-DD50-529E-F134-463575F9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9663" y="6469062"/>
            <a:ext cx="1247598" cy="365125"/>
          </a:xfrm>
        </p:spPr>
        <p:txBody>
          <a:bodyPr/>
          <a:lstStyle/>
          <a:p>
            <a:fld id="{0F4B1CD2-5AAD-4387-80A4-96956A589726}" type="datetimeFigureOut">
              <a:rPr lang="en-IE" smtClean="0"/>
              <a:t>29/10/2026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E1FCB-1A4B-0819-7818-D12CEFBE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9062"/>
            <a:ext cx="4114800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75D46-D23C-0C3B-5704-118986EF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7994-2915-48A6-92CC-52502FCD4065}" type="slidenum">
              <a:rPr lang="en-IE" smtClean="0"/>
              <a:t>‹Nº›</a:t>
            </a:fld>
            <a:endParaRPr lang="en-IE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CE6747A-DC43-5CDB-3070-DA4F2936CC0C}"/>
              </a:ext>
            </a:extLst>
          </p:cNvPr>
          <p:cNvSpPr/>
          <p:nvPr userDrawn="1"/>
        </p:nvSpPr>
        <p:spPr>
          <a:xfrm>
            <a:off x="1107831" y="4106008"/>
            <a:ext cx="11095892" cy="2294792"/>
          </a:xfrm>
          <a:custGeom>
            <a:avLst/>
            <a:gdLst>
              <a:gd name="csX0" fmla="*/ 11095892 w 11095892"/>
              <a:gd name="csY0" fmla="*/ 0 h 2294792"/>
              <a:gd name="csX1" fmla="*/ 7271238 w 11095892"/>
              <a:gd name="csY1" fmla="*/ 2294792 h 2294792"/>
              <a:gd name="csX2" fmla="*/ 0 w 11095892"/>
              <a:gd name="csY2" fmla="*/ 2294792 h 2294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095892" h="2294792">
                <a:moveTo>
                  <a:pt x="11095892" y="0"/>
                </a:moveTo>
                <a:lnTo>
                  <a:pt x="7271238" y="2294792"/>
                </a:lnTo>
                <a:lnTo>
                  <a:pt x="0" y="2294792"/>
                </a:lnTo>
              </a:path>
            </a:pathLst>
          </a:cu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1858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B8613A-DA95-3CDB-591F-5B4574870B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9107932" cy="6012053"/>
          </a:xfrm>
          <a:custGeom>
            <a:avLst/>
            <a:gdLst>
              <a:gd name="csX0" fmla="*/ 0 w 9107932"/>
              <a:gd name="csY0" fmla="*/ 0 h 6012053"/>
              <a:gd name="csX1" fmla="*/ 9107932 w 9107932"/>
              <a:gd name="csY1" fmla="*/ 0 h 6012053"/>
              <a:gd name="csX2" fmla="*/ 9107932 w 9107932"/>
              <a:gd name="csY2" fmla="*/ 4480179 h 6012053"/>
              <a:gd name="csX3" fmla="*/ 6465443 w 9107932"/>
              <a:gd name="csY3" fmla="*/ 6012053 h 6012053"/>
              <a:gd name="csX4" fmla="*/ 0 w 9107932"/>
              <a:gd name="csY4" fmla="*/ 6012053 h 6012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107932" h="6012053">
                <a:moveTo>
                  <a:pt x="0" y="0"/>
                </a:moveTo>
                <a:lnTo>
                  <a:pt x="9107932" y="0"/>
                </a:lnTo>
                <a:lnTo>
                  <a:pt x="9107932" y="4480179"/>
                </a:lnTo>
                <a:lnTo>
                  <a:pt x="6465443" y="6012053"/>
                </a:lnTo>
                <a:lnTo>
                  <a:pt x="0" y="601205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B4F0F-CAAC-6B26-0B4A-06454A5A8F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9663" y="670560"/>
            <a:ext cx="6643687" cy="913606"/>
          </a:xfrm>
        </p:spPr>
        <p:txBody>
          <a:bodyPr anchor="t"/>
          <a:lstStyle>
            <a:lvl1pPr>
              <a:lnSpc>
                <a:spcPct val="8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</a:t>
            </a:r>
            <a:br>
              <a:rPr lang="en-US"/>
            </a:br>
            <a:r>
              <a:rPr lang="en-US"/>
              <a:t>Start Title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DD1B9-8353-AF41-29EB-12708B572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8636" y="666751"/>
            <a:ext cx="2304000" cy="230886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5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B251-DD50-529E-F134-463575F9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9663" y="6469062"/>
            <a:ext cx="1247598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F4B1CD2-5AAD-4387-80A4-96956A589726}" type="datetimeFigureOut">
              <a:rPr lang="en-IE" smtClean="0"/>
              <a:pPr/>
              <a:t>29/10/2026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E1FCB-1A4B-0819-7818-D12CEFBE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9062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E">
              <a:solidFill>
                <a:schemeClr val="accent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75D46-D23C-0C3B-5704-118986EF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E3C7994-2915-48A6-92CC-52502FCD4065}" type="slidenum">
              <a:rPr lang="en-IE" smtClean="0"/>
              <a:pPr/>
              <a:t>‹Nº›</a:t>
            </a:fld>
            <a:endParaRPr lang="en-IE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B1BFBA08-5E73-75E3-3FB2-85BA7CC7347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79373" y="6041584"/>
            <a:ext cx="905420" cy="437009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CE6747A-DC43-5CDB-3070-DA4F2936CC0C}"/>
              </a:ext>
            </a:extLst>
          </p:cNvPr>
          <p:cNvSpPr/>
          <p:nvPr userDrawn="1"/>
        </p:nvSpPr>
        <p:spPr>
          <a:xfrm>
            <a:off x="1107831" y="4106008"/>
            <a:ext cx="11095892" cy="2294792"/>
          </a:xfrm>
          <a:custGeom>
            <a:avLst/>
            <a:gdLst>
              <a:gd name="csX0" fmla="*/ 11095892 w 11095892"/>
              <a:gd name="csY0" fmla="*/ 0 h 2294792"/>
              <a:gd name="csX1" fmla="*/ 7271238 w 11095892"/>
              <a:gd name="csY1" fmla="*/ 2294792 h 2294792"/>
              <a:gd name="csX2" fmla="*/ 0 w 11095892"/>
              <a:gd name="csY2" fmla="*/ 2294792 h 2294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095892" h="2294792">
                <a:moveTo>
                  <a:pt x="11095892" y="0"/>
                </a:moveTo>
                <a:lnTo>
                  <a:pt x="7271238" y="2294792"/>
                </a:lnTo>
                <a:lnTo>
                  <a:pt x="0" y="2294792"/>
                </a:lnTo>
              </a:path>
            </a:pathLst>
          </a:custGeom>
          <a:ln w="762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483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B9B23C-B1B1-BFFD-41FC-C429FFE227D0}"/>
              </a:ext>
            </a:extLst>
          </p:cNvPr>
          <p:cNvSpPr/>
          <p:nvPr userDrawn="1"/>
        </p:nvSpPr>
        <p:spPr>
          <a:xfrm>
            <a:off x="1500391" y="554038"/>
            <a:ext cx="9521870" cy="5275239"/>
          </a:xfrm>
          <a:custGeom>
            <a:avLst/>
            <a:gdLst>
              <a:gd name="csX0" fmla="*/ 0 w 9521870"/>
              <a:gd name="csY0" fmla="*/ 0 h 5275239"/>
              <a:gd name="csX1" fmla="*/ 9521870 w 9521870"/>
              <a:gd name="csY1" fmla="*/ 0 h 5275239"/>
              <a:gd name="csX2" fmla="*/ 9521870 w 9521870"/>
              <a:gd name="csY2" fmla="*/ 4622763 h 5275239"/>
              <a:gd name="csX3" fmla="*/ 8394687 w 9521870"/>
              <a:gd name="csY3" fmla="*/ 5275239 h 5275239"/>
              <a:gd name="csX4" fmla="*/ 0 w 9521870"/>
              <a:gd name="csY4" fmla="*/ 5275239 h 52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1870" h="5275239">
                <a:moveTo>
                  <a:pt x="0" y="0"/>
                </a:moveTo>
                <a:lnTo>
                  <a:pt x="9521870" y="0"/>
                </a:lnTo>
                <a:lnTo>
                  <a:pt x="9521870" y="4622763"/>
                </a:lnTo>
                <a:lnTo>
                  <a:pt x="8394687" y="5275239"/>
                </a:lnTo>
                <a:lnTo>
                  <a:pt x="0" y="5275239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949328" y="1981214"/>
            <a:ext cx="8575797" cy="3327386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949328" y="1059472"/>
            <a:ext cx="8575797" cy="601053"/>
          </a:xfrm>
        </p:spPr>
        <p:txBody>
          <a:bodyPr/>
          <a:lstStyle>
            <a:lvl1pPr>
              <a:lnSpc>
                <a:spcPct val="85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030D75-39D4-14B0-5C71-0EF7116B3771}"/>
              </a:ext>
            </a:extLst>
          </p:cNvPr>
          <p:cNvCxnSpPr>
            <a:cxnSpLocks/>
          </p:cNvCxnSpPr>
          <p:nvPr userDrawn="1"/>
        </p:nvCxnSpPr>
        <p:spPr>
          <a:xfrm>
            <a:off x="1949328" y="1747223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02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B69C27-99F4-12F8-F1CC-2A5C18E4B095}"/>
              </a:ext>
            </a:extLst>
          </p:cNvPr>
          <p:cNvSpPr/>
          <p:nvPr userDrawn="1"/>
        </p:nvSpPr>
        <p:spPr>
          <a:xfrm>
            <a:off x="1500391" y="554038"/>
            <a:ext cx="9521870" cy="5275239"/>
          </a:xfrm>
          <a:custGeom>
            <a:avLst/>
            <a:gdLst>
              <a:gd name="csX0" fmla="*/ 0 w 9521870"/>
              <a:gd name="csY0" fmla="*/ 0 h 5275239"/>
              <a:gd name="csX1" fmla="*/ 9521870 w 9521870"/>
              <a:gd name="csY1" fmla="*/ 0 h 5275239"/>
              <a:gd name="csX2" fmla="*/ 9521870 w 9521870"/>
              <a:gd name="csY2" fmla="*/ 4622763 h 5275239"/>
              <a:gd name="csX3" fmla="*/ 8394687 w 9521870"/>
              <a:gd name="csY3" fmla="*/ 5275239 h 5275239"/>
              <a:gd name="csX4" fmla="*/ 0 w 9521870"/>
              <a:gd name="csY4" fmla="*/ 5275239 h 52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1870" h="5275239">
                <a:moveTo>
                  <a:pt x="0" y="0"/>
                </a:moveTo>
                <a:lnTo>
                  <a:pt x="9521870" y="0"/>
                </a:lnTo>
                <a:lnTo>
                  <a:pt x="9521870" y="4622763"/>
                </a:lnTo>
                <a:lnTo>
                  <a:pt x="8394687" y="5275239"/>
                </a:lnTo>
                <a:lnTo>
                  <a:pt x="0" y="527523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7A3982-4AA9-B5E2-F67B-20B6B44CD861}"/>
              </a:ext>
            </a:extLst>
          </p:cNvPr>
          <p:cNvCxnSpPr>
            <a:cxnSpLocks/>
          </p:cNvCxnSpPr>
          <p:nvPr userDrawn="1"/>
        </p:nvCxnSpPr>
        <p:spPr>
          <a:xfrm>
            <a:off x="1949328" y="1747223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951200" y="1980000"/>
            <a:ext cx="8575200" cy="3326400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951200" y="1058400"/>
            <a:ext cx="8575200" cy="601200"/>
          </a:xfrm>
        </p:spPr>
        <p:txBody>
          <a:bodyPr/>
          <a:lstStyle>
            <a:lvl1pPr>
              <a:lnSpc>
                <a:spcPct val="85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90033724-27D7-EC44-AB68-0FB2F3B70D7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54287" y="6041584"/>
            <a:ext cx="905420" cy="4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3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11A8EC8-E259-6C16-B636-77F2F5F2B774}"/>
              </a:ext>
            </a:extLst>
          </p:cNvPr>
          <p:cNvSpPr/>
          <p:nvPr userDrawn="1"/>
        </p:nvSpPr>
        <p:spPr>
          <a:xfrm>
            <a:off x="1500391" y="554038"/>
            <a:ext cx="9521870" cy="5275239"/>
          </a:xfrm>
          <a:custGeom>
            <a:avLst/>
            <a:gdLst>
              <a:gd name="csX0" fmla="*/ 0 w 9521870"/>
              <a:gd name="csY0" fmla="*/ 0 h 5275239"/>
              <a:gd name="csX1" fmla="*/ 9521870 w 9521870"/>
              <a:gd name="csY1" fmla="*/ 0 h 5275239"/>
              <a:gd name="csX2" fmla="*/ 9521870 w 9521870"/>
              <a:gd name="csY2" fmla="*/ 4622763 h 5275239"/>
              <a:gd name="csX3" fmla="*/ 8394687 w 9521870"/>
              <a:gd name="csY3" fmla="*/ 5275239 h 5275239"/>
              <a:gd name="csX4" fmla="*/ 0 w 9521870"/>
              <a:gd name="csY4" fmla="*/ 5275239 h 52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1870" h="5275239">
                <a:moveTo>
                  <a:pt x="0" y="0"/>
                </a:moveTo>
                <a:lnTo>
                  <a:pt x="9521870" y="0"/>
                </a:lnTo>
                <a:lnTo>
                  <a:pt x="9521870" y="4622763"/>
                </a:lnTo>
                <a:lnTo>
                  <a:pt x="8394687" y="5275239"/>
                </a:lnTo>
                <a:lnTo>
                  <a:pt x="0" y="527523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30CCB2-2EEF-07DC-E878-9B724E16BF9C}"/>
              </a:ext>
            </a:extLst>
          </p:cNvPr>
          <p:cNvCxnSpPr>
            <a:cxnSpLocks/>
          </p:cNvCxnSpPr>
          <p:nvPr userDrawn="1"/>
        </p:nvCxnSpPr>
        <p:spPr>
          <a:xfrm>
            <a:off x="1949328" y="1747223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951200" y="1980000"/>
            <a:ext cx="8575200" cy="3326400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951200" y="1058400"/>
            <a:ext cx="8575200" cy="601200"/>
          </a:xfrm>
        </p:spPr>
        <p:txBody>
          <a:bodyPr/>
          <a:lstStyle>
            <a:lvl1pPr>
              <a:lnSpc>
                <a:spcPct val="85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96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CE42F60-7F4E-EBD4-F782-0350CF70B331}"/>
              </a:ext>
            </a:extLst>
          </p:cNvPr>
          <p:cNvSpPr/>
          <p:nvPr userDrawn="1"/>
        </p:nvSpPr>
        <p:spPr>
          <a:xfrm>
            <a:off x="0" y="0"/>
            <a:ext cx="12193143" cy="6858000"/>
          </a:xfrm>
          <a:prstGeom prst="rect">
            <a:avLst/>
          </a:prstGeom>
          <a:solidFill>
            <a:schemeClr val="tx2">
              <a:alpha val="65000"/>
            </a:schemeClr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76E788C-B3BB-4412-4A3F-5B16FE22C4DF}"/>
              </a:ext>
            </a:extLst>
          </p:cNvPr>
          <p:cNvSpPr/>
          <p:nvPr/>
        </p:nvSpPr>
        <p:spPr>
          <a:xfrm>
            <a:off x="0" y="0"/>
            <a:ext cx="12193143" cy="6858000"/>
          </a:xfrm>
          <a:custGeom>
            <a:avLst/>
            <a:gdLst>
              <a:gd name="csX0" fmla="*/ 11638915 w 12193143"/>
              <a:gd name="csY0" fmla="*/ 0 h 6858000"/>
              <a:gd name="csX1" fmla="*/ 12193143 w 12193143"/>
              <a:gd name="csY1" fmla="*/ 0 h 6858000"/>
              <a:gd name="csX2" fmla="*/ 12193143 w 12193143"/>
              <a:gd name="csY2" fmla="*/ 6858000 h 6858000"/>
              <a:gd name="csX3" fmla="*/ 0 w 12193143"/>
              <a:gd name="csY3" fmla="*/ 6858000 h 6858000"/>
              <a:gd name="csX4" fmla="*/ 0 w 12193143"/>
              <a:gd name="csY4" fmla="*/ 5945124 h 6858000"/>
              <a:gd name="csX5" fmla="*/ 10529824 w 12193143"/>
              <a:gd name="csY5" fmla="*/ 5945124 h 6858000"/>
              <a:gd name="csX6" fmla="*/ 11638915 w 12193143"/>
              <a:gd name="csY6" fmla="*/ 5344414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193143" h="6858000">
                <a:moveTo>
                  <a:pt x="11638915" y="0"/>
                </a:moveTo>
                <a:lnTo>
                  <a:pt x="12193143" y="0"/>
                </a:lnTo>
                <a:lnTo>
                  <a:pt x="12193143" y="6858000"/>
                </a:lnTo>
                <a:lnTo>
                  <a:pt x="0" y="6858000"/>
                </a:ln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close/>
              </a:path>
            </a:pathLst>
          </a:custGeom>
          <a:solidFill>
            <a:srgbClr val="00EDB6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109662" y="1619250"/>
            <a:ext cx="8575200" cy="3924300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109662" y="647930"/>
            <a:ext cx="8575200" cy="612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1E3BD6FF-136E-8B96-3782-D71ABAE6841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79373" y="6041584"/>
            <a:ext cx="905420" cy="43700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995B4E-4805-7AC7-612E-2188C1662405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82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0B791AF-4F9E-E553-C76F-98F3EE237C03}"/>
              </a:ext>
            </a:extLst>
          </p:cNvPr>
          <p:cNvSpPr/>
          <p:nvPr userDrawn="1"/>
        </p:nvSpPr>
        <p:spPr>
          <a:xfrm>
            <a:off x="0" y="0"/>
            <a:ext cx="12193143" cy="6858000"/>
          </a:xfrm>
          <a:custGeom>
            <a:avLst/>
            <a:gdLst>
              <a:gd name="csX0" fmla="*/ 11638915 w 12193143"/>
              <a:gd name="csY0" fmla="*/ 0 h 6858000"/>
              <a:gd name="csX1" fmla="*/ 12193143 w 12193143"/>
              <a:gd name="csY1" fmla="*/ 0 h 6858000"/>
              <a:gd name="csX2" fmla="*/ 12193143 w 12193143"/>
              <a:gd name="csY2" fmla="*/ 6858000 h 6858000"/>
              <a:gd name="csX3" fmla="*/ 0 w 12193143"/>
              <a:gd name="csY3" fmla="*/ 6858000 h 6858000"/>
              <a:gd name="csX4" fmla="*/ 0 w 12193143"/>
              <a:gd name="csY4" fmla="*/ 5945124 h 6858000"/>
              <a:gd name="csX5" fmla="*/ 10529824 w 12193143"/>
              <a:gd name="csY5" fmla="*/ 5945124 h 6858000"/>
              <a:gd name="csX6" fmla="*/ 11638915 w 12193143"/>
              <a:gd name="csY6" fmla="*/ 5344414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193143" h="6858000">
                <a:moveTo>
                  <a:pt x="11638915" y="0"/>
                </a:moveTo>
                <a:lnTo>
                  <a:pt x="12193143" y="0"/>
                </a:lnTo>
                <a:lnTo>
                  <a:pt x="12193143" y="6858000"/>
                </a:lnTo>
                <a:lnTo>
                  <a:pt x="0" y="6858000"/>
                </a:ln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109663" y="1620000"/>
            <a:ext cx="8575200" cy="3923550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109663" y="648000"/>
            <a:ext cx="8575200" cy="612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9917CD-C620-0FD4-FE77-A92716D17F8E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8">
            <a:extLst>
              <a:ext uri="{FF2B5EF4-FFF2-40B4-BE49-F238E27FC236}">
                <a16:creationId xmlns:a16="http://schemas.microsoft.com/office/drawing/2014/main" id="{41FB9666-0D03-F491-8959-7BF177B67B9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79373" y="6041584"/>
            <a:ext cx="905420" cy="4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CB2C9DAB-B4F1-C2CB-BA24-95F2268D0516}"/>
              </a:ext>
            </a:extLst>
          </p:cNvPr>
          <p:cNvSpPr/>
          <p:nvPr/>
        </p:nvSpPr>
        <p:spPr>
          <a:xfrm>
            <a:off x="0" y="0"/>
            <a:ext cx="12193143" cy="5979033"/>
          </a:xfrm>
          <a:custGeom>
            <a:avLst/>
            <a:gdLst>
              <a:gd name="csX0" fmla="*/ 0 w 12193143"/>
              <a:gd name="csY0" fmla="*/ 0 h 5979033"/>
              <a:gd name="csX1" fmla="*/ 0 w 12193143"/>
              <a:gd name="csY1" fmla="*/ 5979033 h 5979033"/>
              <a:gd name="csX2" fmla="*/ 7942581 w 12193143"/>
              <a:gd name="csY2" fmla="*/ 5979033 h 5979033"/>
              <a:gd name="csX3" fmla="*/ 12193143 w 12193143"/>
              <a:gd name="csY3" fmla="*/ 3684397 h 5979033"/>
              <a:gd name="csX4" fmla="*/ 12193143 w 12193143"/>
              <a:gd name="csY4" fmla="*/ 0 h 5979033"/>
              <a:gd name="csX5" fmla="*/ 0 w 12193143"/>
              <a:gd name="csY5" fmla="*/ 0 h 5979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3143" h="5979033">
                <a:moveTo>
                  <a:pt x="0" y="0"/>
                </a:moveTo>
                <a:lnTo>
                  <a:pt x="0" y="5979033"/>
                </a:lnTo>
                <a:lnTo>
                  <a:pt x="7942581" y="5979033"/>
                </a:lnTo>
                <a:lnTo>
                  <a:pt x="12193143" y="3684397"/>
                </a:lnTo>
                <a:lnTo>
                  <a:pt x="12193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06153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109663" y="1620000"/>
            <a:ext cx="8575200" cy="3369513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109663" y="648000"/>
            <a:ext cx="8575200" cy="612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DE89DC-B627-59E7-B31F-88A258292B1F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445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0EF9AC-C284-0941-9E65-D4419B3FEF89}"/>
              </a:ext>
            </a:extLst>
          </p:cNvPr>
          <p:cNvSpPr/>
          <p:nvPr/>
        </p:nvSpPr>
        <p:spPr>
          <a:xfrm>
            <a:off x="0" y="0"/>
            <a:ext cx="11638915" cy="5945123"/>
          </a:xfrm>
          <a:custGeom>
            <a:avLst/>
            <a:gdLst>
              <a:gd name="csX0" fmla="*/ 0 w 11638915"/>
              <a:gd name="csY0" fmla="*/ 0 h 5945123"/>
              <a:gd name="csX1" fmla="*/ 0 w 11638915"/>
              <a:gd name="csY1" fmla="*/ 5945124 h 5945123"/>
              <a:gd name="csX2" fmla="*/ 10529824 w 11638915"/>
              <a:gd name="csY2" fmla="*/ 5945124 h 5945123"/>
              <a:gd name="csX3" fmla="*/ 11638915 w 11638915"/>
              <a:gd name="csY3" fmla="*/ 5344414 h 5945123"/>
              <a:gd name="csX4" fmla="*/ 11638915 w 11638915"/>
              <a:gd name="csY4" fmla="*/ 0 h 5945123"/>
              <a:gd name="csX5" fmla="*/ 0 w 11638915"/>
              <a:gd name="csY5" fmla="*/ 0 h 5945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8915" h="5945123">
                <a:moveTo>
                  <a:pt x="0" y="0"/>
                </a:move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lnTo>
                  <a:pt x="1163891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109663" y="1620000"/>
            <a:ext cx="8575200" cy="3923550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109663" y="648000"/>
            <a:ext cx="8575200" cy="612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E25562-FE5A-947A-9386-84B10AA0D061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49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10">
            <a:extLst>
              <a:ext uri="{FF2B5EF4-FFF2-40B4-BE49-F238E27FC236}">
                <a16:creationId xmlns:a16="http://schemas.microsoft.com/office/drawing/2014/main" id="{5A567E37-DCCB-6A2D-9987-CF34335196D0}"/>
              </a:ext>
            </a:extLst>
          </p:cNvPr>
          <p:cNvSpPr/>
          <p:nvPr userDrawn="1"/>
        </p:nvSpPr>
        <p:spPr>
          <a:xfrm>
            <a:off x="0" y="0"/>
            <a:ext cx="12193143" cy="5979033"/>
          </a:xfrm>
          <a:custGeom>
            <a:avLst/>
            <a:gdLst>
              <a:gd name="csX0" fmla="*/ 0 w 12193143"/>
              <a:gd name="csY0" fmla="*/ 0 h 5979033"/>
              <a:gd name="csX1" fmla="*/ 0 w 12193143"/>
              <a:gd name="csY1" fmla="*/ 5979033 h 5979033"/>
              <a:gd name="csX2" fmla="*/ 7942581 w 12193143"/>
              <a:gd name="csY2" fmla="*/ 5979033 h 5979033"/>
              <a:gd name="csX3" fmla="*/ 12193143 w 12193143"/>
              <a:gd name="csY3" fmla="*/ 3684397 h 5979033"/>
              <a:gd name="csX4" fmla="*/ 12193143 w 12193143"/>
              <a:gd name="csY4" fmla="*/ 0 h 5979033"/>
              <a:gd name="csX5" fmla="*/ 0 w 12193143"/>
              <a:gd name="csY5" fmla="*/ 0 h 5979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3143" h="5979033">
                <a:moveTo>
                  <a:pt x="0" y="0"/>
                </a:moveTo>
                <a:lnTo>
                  <a:pt x="0" y="5979033"/>
                </a:lnTo>
                <a:lnTo>
                  <a:pt x="7942581" y="5979033"/>
                </a:lnTo>
                <a:lnTo>
                  <a:pt x="12193143" y="3684397"/>
                </a:lnTo>
                <a:lnTo>
                  <a:pt x="1219314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109663" y="1620000"/>
            <a:ext cx="8575200" cy="3369513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2EE54AA-165E-4F85-75D5-4CD8AB023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63" y="648000"/>
            <a:ext cx="8575200" cy="443631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32BAF5-DEB0-E2A5-4202-8C226C812CB6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8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0D7B870-0A6F-EEAB-9ED3-2174D4290B21}"/>
              </a:ext>
            </a:extLst>
          </p:cNvPr>
          <p:cNvSpPr/>
          <p:nvPr userDrawn="1"/>
        </p:nvSpPr>
        <p:spPr>
          <a:xfrm>
            <a:off x="0" y="0"/>
            <a:ext cx="11639677" cy="5996940"/>
          </a:xfrm>
          <a:custGeom>
            <a:avLst/>
            <a:gdLst>
              <a:gd name="csX0" fmla="*/ 0 w 11639677"/>
              <a:gd name="csY0" fmla="*/ 0 h 5996940"/>
              <a:gd name="csX1" fmla="*/ 0 w 11639677"/>
              <a:gd name="csY1" fmla="*/ 5996940 h 5996940"/>
              <a:gd name="csX2" fmla="*/ 10530459 w 11639677"/>
              <a:gd name="csY2" fmla="*/ 5996940 h 5996940"/>
              <a:gd name="csX3" fmla="*/ 11639677 w 11639677"/>
              <a:gd name="csY3" fmla="*/ 5396230 h 5996940"/>
              <a:gd name="csX4" fmla="*/ 11639677 w 11639677"/>
              <a:gd name="csY4" fmla="*/ 0 h 5996940"/>
              <a:gd name="csX5" fmla="*/ 0 w 11639677"/>
              <a:gd name="csY5" fmla="*/ 0 h 5996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9677" h="5996940">
                <a:moveTo>
                  <a:pt x="0" y="0"/>
                </a:moveTo>
                <a:lnTo>
                  <a:pt x="0" y="5996940"/>
                </a:lnTo>
                <a:lnTo>
                  <a:pt x="10530459" y="5996940"/>
                </a:lnTo>
                <a:lnTo>
                  <a:pt x="11639677" y="5396230"/>
                </a:lnTo>
                <a:lnTo>
                  <a:pt x="11639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FE8C2-F7BC-5168-AEEC-783B26F5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745" y="580673"/>
            <a:ext cx="8497643" cy="6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7B8C3-6786-B535-5698-4EE0467B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5805B-7261-2AC8-9364-1B7DD835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84370-4065-5239-D76E-41D40595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86A5EF-1B3C-260D-2248-0655D5163CD0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5D0A9-678E-1246-A0C8-BE2AA501B2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9663" y="1619250"/>
            <a:ext cx="8500004" cy="3924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3702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7">
            <a:extLst>
              <a:ext uri="{FF2B5EF4-FFF2-40B4-BE49-F238E27FC236}">
                <a16:creationId xmlns:a16="http://schemas.microsoft.com/office/drawing/2014/main" id="{D988125B-A74D-A32F-72B2-09C48CAB1645}"/>
              </a:ext>
            </a:extLst>
          </p:cNvPr>
          <p:cNvSpPr/>
          <p:nvPr/>
        </p:nvSpPr>
        <p:spPr>
          <a:xfrm>
            <a:off x="0" y="0"/>
            <a:ext cx="12193143" cy="5559044"/>
          </a:xfrm>
          <a:custGeom>
            <a:avLst/>
            <a:gdLst>
              <a:gd name="csX0" fmla="*/ 0 w 12193143"/>
              <a:gd name="csY0" fmla="*/ 0 h 5559044"/>
              <a:gd name="csX1" fmla="*/ 0 w 12193143"/>
              <a:gd name="csY1" fmla="*/ 5559044 h 5559044"/>
              <a:gd name="csX2" fmla="*/ 9912604 w 12193143"/>
              <a:gd name="csY2" fmla="*/ 5559044 h 5559044"/>
              <a:gd name="csX3" fmla="*/ 12193143 w 12193143"/>
              <a:gd name="csY3" fmla="*/ 4237863 h 5559044"/>
              <a:gd name="csX4" fmla="*/ 12193143 w 12193143"/>
              <a:gd name="csY4" fmla="*/ 0 h 5559044"/>
              <a:gd name="csX5" fmla="*/ 0 w 12193143"/>
              <a:gd name="csY5" fmla="*/ 0 h 5559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3143" h="5559044">
                <a:moveTo>
                  <a:pt x="0" y="0"/>
                </a:moveTo>
                <a:lnTo>
                  <a:pt x="0" y="5559044"/>
                </a:lnTo>
                <a:lnTo>
                  <a:pt x="9912604" y="5559044"/>
                </a:lnTo>
                <a:lnTo>
                  <a:pt x="12193143" y="4237863"/>
                </a:lnTo>
                <a:lnTo>
                  <a:pt x="12193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06153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2216150" y="1620000"/>
            <a:ext cx="7758000" cy="3369513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2216150" y="648000"/>
            <a:ext cx="7758000" cy="612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DE89DC-B627-59E7-B31F-88A258292B1F}"/>
              </a:ext>
            </a:extLst>
          </p:cNvPr>
          <p:cNvCxnSpPr>
            <a:cxnSpLocks/>
          </p:cNvCxnSpPr>
          <p:nvPr userDrawn="1"/>
        </p:nvCxnSpPr>
        <p:spPr>
          <a:xfrm>
            <a:off x="2216150" y="1320796"/>
            <a:ext cx="7758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016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7">
            <a:extLst>
              <a:ext uri="{FF2B5EF4-FFF2-40B4-BE49-F238E27FC236}">
                <a16:creationId xmlns:a16="http://schemas.microsoft.com/office/drawing/2014/main" id="{8ED3274F-6C6F-C7B0-D645-AFDAFBB83B21}"/>
              </a:ext>
            </a:extLst>
          </p:cNvPr>
          <p:cNvSpPr/>
          <p:nvPr userDrawn="1"/>
        </p:nvSpPr>
        <p:spPr>
          <a:xfrm>
            <a:off x="0" y="0"/>
            <a:ext cx="12193143" cy="5559044"/>
          </a:xfrm>
          <a:custGeom>
            <a:avLst/>
            <a:gdLst>
              <a:gd name="csX0" fmla="*/ 0 w 12193143"/>
              <a:gd name="csY0" fmla="*/ 0 h 5559044"/>
              <a:gd name="csX1" fmla="*/ 0 w 12193143"/>
              <a:gd name="csY1" fmla="*/ 5559044 h 5559044"/>
              <a:gd name="csX2" fmla="*/ 9912604 w 12193143"/>
              <a:gd name="csY2" fmla="*/ 5559044 h 5559044"/>
              <a:gd name="csX3" fmla="*/ 12193143 w 12193143"/>
              <a:gd name="csY3" fmla="*/ 4237863 h 5559044"/>
              <a:gd name="csX4" fmla="*/ 12193143 w 12193143"/>
              <a:gd name="csY4" fmla="*/ 0 h 5559044"/>
              <a:gd name="csX5" fmla="*/ 0 w 12193143"/>
              <a:gd name="csY5" fmla="*/ 0 h 5559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3143" h="5559044">
                <a:moveTo>
                  <a:pt x="0" y="0"/>
                </a:moveTo>
                <a:lnTo>
                  <a:pt x="0" y="5559044"/>
                </a:lnTo>
                <a:lnTo>
                  <a:pt x="9912604" y="5559044"/>
                </a:lnTo>
                <a:lnTo>
                  <a:pt x="12193143" y="4237863"/>
                </a:lnTo>
                <a:lnTo>
                  <a:pt x="12193143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2217600" y="1619250"/>
            <a:ext cx="7758000" cy="3370263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2217600" y="648000"/>
            <a:ext cx="7758000" cy="612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E25562-FE5A-947A-9386-84B10AA0D061}"/>
              </a:ext>
            </a:extLst>
          </p:cNvPr>
          <p:cNvCxnSpPr>
            <a:cxnSpLocks/>
          </p:cNvCxnSpPr>
          <p:nvPr userDrawn="1"/>
        </p:nvCxnSpPr>
        <p:spPr>
          <a:xfrm>
            <a:off x="2217600" y="1320796"/>
            <a:ext cx="7758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208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F43EE62-9B13-535D-3C8A-78F0D51B03F9}"/>
              </a:ext>
            </a:extLst>
          </p:cNvPr>
          <p:cNvSpPr/>
          <p:nvPr userDrawn="1"/>
        </p:nvSpPr>
        <p:spPr>
          <a:xfrm>
            <a:off x="0" y="0"/>
            <a:ext cx="11638915" cy="5945123"/>
          </a:xfrm>
          <a:custGeom>
            <a:avLst/>
            <a:gdLst>
              <a:gd name="csX0" fmla="*/ 0 w 11638915"/>
              <a:gd name="csY0" fmla="*/ 0 h 5945123"/>
              <a:gd name="csX1" fmla="*/ 0 w 11638915"/>
              <a:gd name="csY1" fmla="*/ 5945124 h 5945123"/>
              <a:gd name="csX2" fmla="*/ 10529824 w 11638915"/>
              <a:gd name="csY2" fmla="*/ 5945124 h 5945123"/>
              <a:gd name="csX3" fmla="*/ 11638915 w 11638915"/>
              <a:gd name="csY3" fmla="*/ 5344414 h 5945123"/>
              <a:gd name="csX4" fmla="*/ 11638915 w 11638915"/>
              <a:gd name="csY4" fmla="*/ 0 h 5945123"/>
              <a:gd name="csX5" fmla="*/ 0 w 11638915"/>
              <a:gd name="csY5" fmla="*/ 0 h 5945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8915" h="5945123">
                <a:moveTo>
                  <a:pt x="0" y="0"/>
                </a:move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lnTo>
                  <a:pt x="1163891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450667"/>
            <a:ext cx="4986337" cy="720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0"/>
            <a:ext cx="4986338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D33AF3D4-B6B2-4BD5-969F-C0A605096AD5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A9A25D9-2958-DAF9-162B-289B5E91328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49721" y="1"/>
            <a:ext cx="5542281" cy="5346065"/>
          </a:xfrm>
          <a:custGeom>
            <a:avLst/>
            <a:gdLst>
              <a:gd name="csX0" fmla="*/ 0 w 5542281"/>
              <a:gd name="csY0" fmla="*/ 0 h 5346065"/>
              <a:gd name="csX1" fmla="*/ 5542281 w 5542281"/>
              <a:gd name="csY1" fmla="*/ 0 h 5346065"/>
              <a:gd name="csX2" fmla="*/ 5542281 w 5542281"/>
              <a:gd name="csY2" fmla="*/ 3725926 h 5346065"/>
              <a:gd name="csX3" fmla="*/ 2549271 w 5542281"/>
              <a:gd name="csY3" fmla="*/ 5346065 h 5346065"/>
              <a:gd name="csX4" fmla="*/ 0 w 5542281"/>
              <a:gd name="csY4" fmla="*/ 5346065 h 534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42281" h="5346065">
                <a:moveTo>
                  <a:pt x="0" y="0"/>
                </a:moveTo>
                <a:lnTo>
                  <a:pt x="5542281" y="0"/>
                </a:lnTo>
                <a:lnTo>
                  <a:pt x="5542281" y="3725926"/>
                </a:lnTo>
                <a:lnTo>
                  <a:pt x="2549271" y="5346065"/>
                </a:lnTo>
                <a:lnTo>
                  <a:pt x="0" y="53460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04735D-3DB4-182D-CFB3-D53AC2056805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4986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50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ark 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37D974-C26C-B5D7-45EA-76B3E2D7C38C}"/>
              </a:ext>
            </a:extLst>
          </p:cNvPr>
          <p:cNvSpPr/>
          <p:nvPr userDrawn="1"/>
        </p:nvSpPr>
        <p:spPr>
          <a:xfrm>
            <a:off x="0" y="0"/>
            <a:ext cx="12193143" cy="6858000"/>
          </a:xfrm>
          <a:prstGeom prst="rect">
            <a:avLst/>
          </a:prstGeom>
          <a:solidFill>
            <a:schemeClr val="tx2">
              <a:alpha val="50000"/>
            </a:schemeClr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BDBB5B3-8419-363C-B2F5-36B5F7C55274}"/>
              </a:ext>
            </a:extLst>
          </p:cNvPr>
          <p:cNvSpPr/>
          <p:nvPr/>
        </p:nvSpPr>
        <p:spPr>
          <a:xfrm>
            <a:off x="0" y="0"/>
            <a:ext cx="12193143" cy="5994019"/>
          </a:xfrm>
          <a:custGeom>
            <a:avLst/>
            <a:gdLst>
              <a:gd name="csX0" fmla="*/ 0 w 12193143"/>
              <a:gd name="csY0" fmla="*/ 0 h 5994019"/>
              <a:gd name="csX1" fmla="*/ 0 w 12193143"/>
              <a:gd name="csY1" fmla="*/ 5994019 h 5994019"/>
              <a:gd name="csX2" fmla="*/ 9294495 w 12193143"/>
              <a:gd name="csY2" fmla="*/ 5994019 h 5994019"/>
              <a:gd name="csX3" fmla="*/ 12193143 w 12193143"/>
              <a:gd name="csY3" fmla="*/ 4429252 h 5994019"/>
              <a:gd name="csX4" fmla="*/ 12193143 w 12193143"/>
              <a:gd name="csY4" fmla="*/ 0 h 5994019"/>
              <a:gd name="csX5" fmla="*/ 0 w 12193143"/>
              <a:gd name="csY5" fmla="*/ 0 h 59940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3143" h="5994019">
                <a:moveTo>
                  <a:pt x="0" y="0"/>
                </a:moveTo>
                <a:lnTo>
                  <a:pt x="0" y="5994019"/>
                </a:lnTo>
                <a:lnTo>
                  <a:pt x="9294495" y="5994019"/>
                </a:lnTo>
                <a:lnTo>
                  <a:pt x="12193143" y="4429252"/>
                </a:lnTo>
                <a:lnTo>
                  <a:pt x="12193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06153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2" y="450667"/>
            <a:ext cx="4986000" cy="720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1"/>
            <a:ext cx="4986000" cy="3924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D33AF3D4-B6B2-4BD5-969F-C0A605096AD5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FC8367B-CB70-D0C2-09EF-0D49FC2021B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50864" y="1"/>
            <a:ext cx="5542281" cy="5346065"/>
          </a:xfrm>
          <a:custGeom>
            <a:avLst/>
            <a:gdLst>
              <a:gd name="csX0" fmla="*/ 0 w 5542281"/>
              <a:gd name="csY0" fmla="*/ 0 h 5346065"/>
              <a:gd name="csX1" fmla="*/ 5542281 w 5542281"/>
              <a:gd name="csY1" fmla="*/ 0 h 5346065"/>
              <a:gd name="csX2" fmla="*/ 5542281 w 5542281"/>
              <a:gd name="csY2" fmla="*/ 3725926 h 5346065"/>
              <a:gd name="csX3" fmla="*/ 2549271 w 5542281"/>
              <a:gd name="csY3" fmla="*/ 5346065 h 5346065"/>
              <a:gd name="csX4" fmla="*/ 0 w 5542281"/>
              <a:gd name="csY4" fmla="*/ 5346065 h 534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42281" h="5346065">
                <a:moveTo>
                  <a:pt x="0" y="0"/>
                </a:moveTo>
                <a:lnTo>
                  <a:pt x="5542281" y="0"/>
                </a:lnTo>
                <a:lnTo>
                  <a:pt x="5542281" y="3725926"/>
                </a:lnTo>
                <a:lnTo>
                  <a:pt x="2549271" y="5346065"/>
                </a:lnTo>
                <a:lnTo>
                  <a:pt x="0" y="53460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C60A0F-7EFE-F01C-F346-1621E18D2368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4986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8">
            <a:extLst>
              <a:ext uri="{FF2B5EF4-FFF2-40B4-BE49-F238E27FC236}">
                <a16:creationId xmlns:a16="http://schemas.microsoft.com/office/drawing/2014/main" id="{5AB04F24-1E54-9156-CEAA-E45CA84ED06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79373" y="6041584"/>
            <a:ext cx="905420" cy="4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405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B0006A1-C313-CA91-3D67-78FCBA28D010}"/>
              </a:ext>
            </a:extLst>
          </p:cNvPr>
          <p:cNvSpPr/>
          <p:nvPr userDrawn="1"/>
        </p:nvSpPr>
        <p:spPr>
          <a:xfrm>
            <a:off x="0" y="0"/>
            <a:ext cx="11638915" cy="5945123"/>
          </a:xfrm>
          <a:custGeom>
            <a:avLst/>
            <a:gdLst>
              <a:gd name="csX0" fmla="*/ 0 w 11638915"/>
              <a:gd name="csY0" fmla="*/ 0 h 5945123"/>
              <a:gd name="csX1" fmla="*/ 0 w 11638915"/>
              <a:gd name="csY1" fmla="*/ 5945124 h 5945123"/>
              <a:gd name="csX2" fmla="*/ 10529824 w 11638915"/>
              <a:gd name="csY2" fmla="*/ 5945124 h 5945123"/>
              <a:gd name="csX3" fmla="*/ 11638915 w 11638915"/>
              <a:gd name="csY3" fmla="*/ 5344414 h 5945123"/>
              <a:gd name="csX4" fmla="*/ 11638915 w 11638915"/>
              <a:gd name="csY4" fmla="*/ 0 h 5945123"/>
              <a:gd name="csX5" fmla="*/ 0 w 11638915"/>
              <a:gd name="csY5" fmla="*/ 0 h 5945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8915" h="5945123">
                <a:moveTo>
                  <a:pt x="0" y="0"/>
                </a:move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lnTo>
                  <a:pt x="116389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2" y="450667"/>
            <a:ext cx="4986000" cy="720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1"/>
            <a:ext cx="4986000" cy="3924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3AF3D4-B6B2-4BD5-969F-C0A605096AD5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ECE4AC-8420-87EF-A420-2DDA422E07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50864" y="1"/>
            <a:ext cx="5542281" cy="5346065"/>
          </a:xfrm>
          <a:custGeom>
            <a:avLst/>
            <a:gdLst>
              <a:gd name="csX0" fmla="*/ 0 w 5542281"/>
              <a:gd name="csY0" fmla="*/ 0 h 5346065"/>
              <a:gd name="csX1" fmla="*/ 5542281 w 5542281"/>
              <a:gd name="csY1" fmla="*/ 0 h 5346065"/>
              <a:gd name="csX2" fmla="*/ 5542281 w 5542281"/>
              <a:gd name="csY2" fmla="*/ 3725926 h 5346065"/>
              <a:gd name="csX3" fmla="*/ 2549271 w 5542281"/>
              <a:gd name="csY3" fmla="*/ 5346065 h 5346065"/>
              <a:gd name="csX4" fmla="*/ 0 w 5542281"/>
              <a:gd name="csY4" fmla="*/ 5346065 h 534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42281" h="5346065">
                <a:moveTo>
                  <a:pt x="0" y="0"/>
                </a:moveTo>
                <a:lnTo>
                  <a:pt x="5542281" y="0"/>
                </a:lnTo>
                <a:lnTo>
                  <a:pt x="5542281" y="3725926"/>
                </a:lnTo>
                <a:lnTo>
                  <a:pt x="2549271" y="5346065"/>
                </a:lnTo>
                <a:lnTo>
                  <a:pt x="0" y="53460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AEF7A1-6D97-C1D0-DEE5-09467B4C8E7B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4986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281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ark 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tile tx="0" ty="1682750" sx="100000" sy="100000" flip="y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FBC2E4F-1B9A-9F29-6FEB-5901F2D051A5}"/>
              </a:ext>
            </a:extLst>
          </p:cNvPr>
          <p:cNvSpPr/>
          <p:nvPr userDrawn="1"/>
        </p:nvSpPr>
        <p:spPr>
          <a:xfrm>
            <a:off x="0" y="0"/>
            <a:ext cx="11638915" cy="5945123"/>
          </a:xfrm>
          <a:custGeom>
            <a:avLst/>
            <a:gdLst>
              <a:gd name="csX0" fmla="*/ 0 w 11638915"/>
              <a:gd name="csY0" fmla="*/ 0 h 5945123"/>
              <a:gd name="csX1" fmla="*/ 0 w 11638915"/>
              <a:gd name="csY1" fmla="*/ 5945124 h 5945123"/>
              <a:gd name="csX2" fmla="*/ 10529824 w 11638915"/>
              <a:gd name="csY2" fmla="*/ 5945124 h 5945123"/>
              <a:gd name="csX3" fmla="*/ 11638915 w 11638915"/>
              <a:gd name="csY3" fmla="*/ 5344414 h 5945123"/>
              <a:gd name="csX4" fmla="*/ 11638915 w 11638915"/>
              <a:gd name="csY4" fmla="*/ 0 h 5945123"/>
              <a:gd name="csX5" fmla="*/ 0 w 11638915"/>
              <a:gd name="csY5" fmla="*/ 0 h 5945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8915" h="5945123">
                <a:moveTo>
                  <a:pt x="0" y="0"/>
                </a:move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lnTo>
                  <a:pt x="1163891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450667"/>
            <a:ext cx="4986000" cy="720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0"/>
            <a:ext cx="4986000" cy="41419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3AF3D4-B6B2-4BD5-969F-C0A605096AD5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46D925-7442-0960-4302-A4B22DEACA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50864" y="0"/>
            <a:ext cx="5542281" cy="5346065"/>
          </a:xfrm>
          <a:custGeom>
            <a:avLst/>
            <a:gdLst>
              <a:gd name="csX0" fmla="*/ 0 w 5542281"/>
              <a:gd name="csY0" fmla="*/ 0 h 5346065"/>
              <a:gd name="csX1" fmla="*/ 5542281 w 5542281"/>
              <a:gd name="csY1" fmla="*/ 0 h 5346065"/>
              <a:gd name="csX2" fmla="*/ 5542281 w 5542281"/>
              <a:gd name="csY2" fmla="*/ 3725926 h 5346065"/>
              <a:gd name="csX3" fmla="*/ 2549271 w 5542281"/>
              <a:gd name="csY3" fmla="*/ 5346065 h 5346065"/>
              <a:gd name="csX4" fmla="*/ 0 w 5542281"/>
              <a:gd name="csY4" fmla="*/ 5346065 h 534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42281" h="5346065">
                <a:moveTo>
                  <a:pt x="0" y="0"/>
                </a:moveTo>
                <a:lnTo>
                  <a:pt x="5542281" y="0"/>
                </a:lnTo>
                <a:lnTo>
                  <a:pt x="5542281" y="3725926"/>
                </a:lnTo>
                <a:lnTo>
                  <a:pt x="2549271" y="5346065"/>
                </a:lnTo>
                <a:lnTo>
                  <a:pt x="0" y="53460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B9E12A-7168-A075-83D2-313BA924DE0C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4986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763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ark patter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273D889-5A06-D72F-E0F9-5CCCF2D7F2B5}"/>
              </a:ext>
            </a:extLst>
          </p:cNvPr>
          <p:cNvSpPr/>
          <p:nvPr userDrawn="1"/>
        </p:nvSpPr>
        <p:spPr>
          <a:xfrm>
            <a:off x="0" y="0"/>
            <a:ext cx="11638915" cy="5945123"/>
          </a:xfrm>
          <a:custGeom>
            <a:avLst/>
            <a:gdLst>
              <a:gd name="csX0" fmla="*/ 0 w 11638915"/>
              <a:gd name="csY0" fmla="*/ 0 h 5945123"/>
              <a:gd name="csX1" fmla="*/ 0 w 11638915"/>
              <a:gd name="csY1" fmla="*/ 5945124 h 5945123"/>
              <a:gd name="csX2" fmla="*/ 10529824 w 11638915"/>
              <a:gd name="csY2" fmla="*/ 5945124 h 5945123"/>
              <a:gd name="csX3" fmla="*/ 11638915 w 11638915"/>
              <a:gd name="csY3" fmla="*/ 5344414 h 5945123"/>
              <a:gd name="csX4" fmla="*/ 11638915 w 11638915"/>
              <a:gd name="csY4" fmla="*/ 0 h 5945123"/>
              <a:gd name="csX5" fmla="*/ 0 w 11638915"/>
              <a:gd name="csY5" fmla="*/ 0 h 5945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8915" h="5945123">
                <a:moveTo>
                  <a:pt x="0" y="0"/>
                </a:move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lnTo>
                  <a:pt x="116389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450667"/>
            <a:ext cx="4986000" cy="720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0"/>
            <a:ext cx="4986000" cy="41419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3AF3D4-B6B2-4BD5-969F-C0A605096AD5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F76480-A793-1426-B323-76BF26DE0349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4986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E5D317B-F395-0E8F-F9A4-8A147EF4FDA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50863" y="0"/>
            <a:ext cx="5542281" cy="5346065"/>
          </a:xfrm>
          <a:custGeom>
            <a:avLst/>
            <a:gdLst>
              <a:gd name="csX0" fmla="*/ 0 w 5542281"/>
              <a:gd name="csY0" fmla="*/ 0 h 5346065"/>
              <a:gd name="csX1" fmla="*/ 5542281 w 5542281"/>
              <a:gd name="csY1" fmla="*/ 0 h 5346065"/>
              <a:gd name="csX2" fmla="*/ 5542281 w 5542281"/>
              <a:gd name="csY2" fmla="*/ 3725926 h 5346065"/>
              <a:gd name="csX3" fmla="*/ 2549271 w 5542281"/>
              <a:gd name="csY3" fmla="*/ 5346065 h 5346065"/>
              <a:gd name="csX4" fmla="*/ 0 w 5542281"/>
              <a:gd name="csY4" fmla="*/ 5346065 h 534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42281" h="5346065">
                <a:moveTo>
                  <a:pt x="0" y="0"/>
                </a:moveTo>
                <a:lnTo>
                  <a:pt x="5542281" y="0"/>
                </a:lnTo>
                <a:lnTo>
                  <a:pt x="5542281" y="3725926"/>
                </a:lnTo>
                <a:lnTo>
                  <a:pt x="2549271" y="5346065"/>
                </a:lnTo>
                <a:lnTo>
                  <a:pt x="0" y="53460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4535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ark patter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AEDD492-663B-6694-3C9A-EC96E96F08FB}"/>
              </a:ext>
            </a:extLst>
          </p:cNvPr>
          <p:cNvSpPr/>
          <p:nvPr userDrawn="1"/>
        </p:nvSpPr>
        <p:spPr>
          <a:xfrm>
            <a:off x="0" y="0"/>
            <a:ext cx="11638915" cy="5945123"/>
          </a:xfrm>
          <a:custGeom>
            <a:avLst/>
            <a:gdLst>
              <a:gd name="csX0" fmla="*/ 0 w 11638915"/>
              <a:gd name="csY0" fmla="*/ 0 h 5945123"/>
              <a:gd name="csX1" fmla="*/ 0 w 11638915"/>
              <a:gd name="csY1" fmla="*/ 5945124 h 5945123"/>
              <a:gd name="csX2" fmla="*/ 10529824 w 11638915"/>
              <a:gd name="csY2" fmla="*/ 5945124 h 5945123"/>
              <a:gd name="csX3" fmla="*/ 11638915 w 11638915"/>
              <a:gd name="csY3" fmla="*/ 5344414 h 5945123"/>
              <a:gd name="csX4" fmla="*/ 11638915 w 11638915"/>
              <a:gd name="csY4" fmla="*/ 0 h 5945123"/>
              <a:gd name="csX5" fmla="*/ 0 w 11638915"/>
              <a:gd name="csY5" fmla="*/ 0 h 5945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8915" h="5945123">
                <a:moveTo>
                  <a:pt x="0" y="0"/>
                </a:moveTo>
                <a:lnTo>
                  <a:pt x="0" y="5945124"/>
                </a:lnTo>
                <a:lnTo>
                  <a:pt x="10529824" y="5945124"/>
                </a:lnTo>
                <a:lnTo>
                  <a:pt x="11638915" y="5344414"/>
                </a:lnTo>
                <a:lnTo>
                  <a:pt x="116389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42A1A4-8334-6F24-0C74-D393435B3E60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49860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450667"/>
            <a:ext cx="4986000" cy="720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0"/>
            <a:ext cx="4986000" cy="41419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3AF3D4-B6B2-4BD5-969F-C0A605096AD5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57E5309-CBCB-0446-2186-70CDE2F640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49720" y="0"/>
            <a:ext cx="5542281" cy="5346065"/>
          </a:xfrm>
          <a:custGeom>
            <a:avLst/>
            <a:gdLst>
              <a:gd name="csX0" fmla="*/ 0 w 5542281"/>
              <a:gd name="csY0" fmla="*/ 0 h 5346065"/>
              <a:gd name="csX1" fmla="*/ 5542281 w 5542281"/>
              <a:gd name="csY1" fmla="*/ 0 h 5346065"/>
              <a:gd name="csX2" fmla="*/ 5542281 w 5542281"/>
              <a:gd name="csY2" fmla="*/ 3725926 h 5346065"/>
              <a:gd name="csX3" fmla="*/ 2549271 w 5542281"/>
              <a:gd name="csY3" fmla="*/ 5346065 h 5346065"/>
              <a:gd name="csX4" fmla="*/ 0 w 5542281"/>
              <a:gd name="csY4" fmla="*/ 5346065 h 534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42281" h="5346065">
                <a:moveTo>
                  <a:pt x="0" y="0"/>
                </a:moveTo>
                <a:lnTo>
                  <a:pt x="5542281" y="0"/>
                </a:lnTo>
                <a:lnTo>
                  <a:pt x="5542281" y="3725926"/>
                </a:lnTo>
                <a:lnTo>
                  <a:pt x="2549271" y="5346065"/>
                </a:lnTo>
                <a:lnTo>
                  <a:pt x="0" y="53460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4816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5">
            <a:extLst>
              <a:ext uri="{FF2B5EF4-FFF2-40B4-BE49-F238E27FC236}">
                <a16:creationId xmlns:a16="http://schemas.microsoft.com/office/drawing/2014/main" id="{1CFB6878-838A-8981-8057-0C0B0540F90A}"/>
              </a:ext>
            </a:extLst>
          </p:cNvPr>
          <p:cNvSpPr/>
          <p:nvPr/>
        </p:nvSpPr>
        <p:spPr>
          <a:xfrm>
            <a:off x="813816" y="552830"/>
            <a:ext cx="10306430" cy="5300979"/>
          </a:xfrm>
          <a:custGeom>
            <a:avLst/>
            <a:gdLst>
              <a:gd name="csX0" fmla="*/ 0 w 10306430"/>
              <a:gd name="csY0" fmla="*/ 0 h 5300979"/>
              <a:gd name="csX1" fmla="*/ 0 w 10306430"/>
              <a:gd name="csY1" fmla="*/ 5300980 h 5300979"/>
              <a:gd name="csX2" fmla="*/ 9094978 w 10306430"/>
              <a:gd name="csY2" fmla="*/ 5300980 h 5300979"/>
              <a:gd name="csX3" fmla="*/ 10306431 w 10306430"/>
              <a:gd name="csY3" fmla="*/ 4559173 h 5300979"/>
              <a:gd name="csX4" fmla="*/ 10306431 w 10306430"/>
              <a:gd name="csY4" fmla="*/ 0 h 5300979"/>
              <a:gd name="csX5" fmla="*/ 0 w 10306430"/>
              <a:gd name="csY5" fmla="*/ 0 h 5300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306430" h="5300979">
                <a:moveTo>
                  <a:pt x="0" y="0"/>
                </a:moveTo>
                <a:lnTo>
                  <a:pt x="0" y="5300980"/>
                </a:lnTo>
                <a:lnTo>
                  <a:pt x="9094978" y="5300980"/>
                </a:lnTo>
                <a:lnTo>
                  <a:pt x="10306431" y="4559173"/>
                </a:lnTo>
                <a:lnTo>
                  <a:pt x="10306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61530">
              <a:alpha val="7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838200"/>
            <a:ext cx="3769995" cy="603738"/>
          </a:xfrm>
        </p:spPr>
        <p:txBody>
          <a:bodyPr/>
          <a:lstStyle>
            <a:lvl1pPr>
              <a:lnSpc>
                <a:spcPct val="85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855177"/>
            <a:ext cx="4838333" cy="36883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5E5BE9D3-9BF2-44F9-BF31-E801D9990CBA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515C151-D461-F1F3-084A-71251EE2940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244006" y="1855176"/>
            <a:ext cx="4676040" cy="3688373"/>
          </a:xfrm>
        </p:spPr>
        <p:txBody>
          <a:bodyPr/>
          <a:lstStyle/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49052-C2F7-0CA0-6F47-DEC00E287247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518622"/>
            <a:ext cx="9810383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501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5">
            <a:extLst>
              <a:ext uri="{FF2B5EF4-FFF2-40B4-BE49-F238E27FC236}">
                <a16:creationId xmlns:a16="http://schemas.microsoft.com/office/drawing/2014/main" id="{1CFB6878-838A-8981-8057-0C0B0540F90A}"/>
              </a:ext>
            </a:extLst>
          </p:cNvPr>
          <p:cNvSpPr/>
          <p:nvPr/>
        </p:nvSpPr>
        <p:spPr>
          <a:xfrm>
            <a:off x="813816" y="552830"/>
            <a:ext cx="10306430" cy="5300979"/>
          </a:xfrm>
          <a:custGeom>
            <a:avLst/>
            <a:gdLst>
              <a:gd name="csX0" fmla="*/ 0 w 10306430"/>
              <a:gd name="csY0" fmla="*/ 0 h 5300979"/>
              <a:gd name="csX1" fmla="*/ 0 w 10306430"/>
              <a:gd name="csY1" fmla="*/ 5300980 h 5300979"/>
              <a:gd name="csX2" fmla="*/ 9094978 w 10306430"/>
              <a:gd name="csY2" fmla="*/ 5300980 h 5300979"/>
              <a:gd name="csX3" fmla="*/ 10306431 w 10306430"/>
              <a:gd name="csY3" fmla="*/ 4559173 h 5300979"/>
              <a:gd name="csX4" fmla="*/ 10306431 w 10306430"/>
              <a:gd name="csY4" fmla="*/ 0 h 5300979"/>
              <a:gd name="csX5" fmla="*/ 0 w 10306430"/>
              <a:gd name="csY5" fmla="*/ 0 h 5300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306430" h="5300979">
                <a:moveTo>
                  <a:pt x="0" y="0"/>
                </a:moveTo>
                <a:lnTo>
                  <a:pt x="0" y="5300980"/>
                </a:lnTo>
                <a:lnTo>
                  <a:pt x="9094978" y="5300980"/>
                </a:lnTo>
                <a:lnTo>
                  <a:pt x="10306431" y="4559173"/>
                </a:lnTo>
                <a:lnTo>
                  <a:pt x="10306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61530">
              <a:alpha val="8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838200"/>
            <a:ext cx="3769995" cy="603738"/>
          </a:xfrm>
        </p:spPr>
        <p:txBody>
          <a:bodyPr/>
          <a:lstStyle>
            <a:lvl1pPr>
              <a:lnSpc>
                <a:spcPct val="85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855177"/>
            <a:ext cx="4838333" cy="36883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5E5BE9D3-9BF2-44F9-BF31-E801D9990CBA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515C151-D461-F1F3-084A-71251EE2940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244006" y="1855176"/>
            <a:ext cx="4676040" cy="3688373"/>
          </a:xfrm>
        </p:spPr>
        <p:txBody>
          <a:bodyPr/>
          <a:lstStyle/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49052-C2F7-0CA0-6F47-DEC00E287247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518622"/>
            <a:ext cx="9810383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6310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5">
            <a:extLst>
              <a:ext uri="{FF2B5EF4-FFF2-40B4-BE49-F238E27FC236}">
                <a16:creationId xmlns:a16="http://schemas.microsoft.com/office/drawing/2014/main" id="{1CFB6878-838A-8981-8057-0C0B0540F90A}"/>
              </a:ext>
            </a:extLst>
          </p:cNvPr>
          <p:cNvSpPr/>
          <p:nvPr/>
        </p:nvSpPr>
        <p:spPr>
          <a:xfrm>
            <a:off x="813816" y="552830"/>
            <a:ext cx="10306430" cy="5300979"/>
          </a:xfrm>
          <a:custGeom>
            <a:avLst/>
            <a:gdLst>
              <a:gd name="csX0" fmla="*/ 0 w 10306430"/>
              <a:gd name="csY0" fmla="*/ 0 h 5300979"/>
              <a:gd name="csX1" fmla="*/ 0 w 10306430"/>
              <a:gd name="csY1" fmla="*/ 5300980 h 5300979"/>
              <a:gd name="csX2" fmla="*/ 9094978 w 10306430"/>
              <a:gd name="csY2" fmla="*/ 5300980 h 5300979"/>
              <a:gd name="csX3" fmla="*/ 10306431 w 10306430"/>
              <a:gd name="csY3" fmla="*/ 4559173 h 5300979"/>
              <a:gd name="csX4" fmla="*/ 10306431 w 10306430"/>
              <a:gd name="csY4" fmla="*/ 0 h 5300979"/>
              <a:gd name="csX5" fmla="*/ 0 w 10306430"/>
              <a:gd name="csY5" fmla="*/ 0 h 5300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306430" h="5300979">
                <a:moveTo>
                  <a:pt x="0" y="0"/>
                </a:moveTo>
                <a:lnTo>
                  <a:pt x="0" y="5300980"/>
                </a:lnTo>
                <a:lnTo>
                  <a:pt x="9094978" y="5300980"/>
                </a:lnTo>
                <a:lnTo>
                  <a:pt x="10306431" y="4559173"/>
                </a:lnTo>
                <a:lnTo>
                  <a:pt x="10306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61530">
              <a:alpha val="8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838200"/>
            <a:ext cx="3769995" cy="603738"/>
          </a:xfrm>
        </p:spPr>
        <p:txBody>
          <a:bodyPr/>
          <a:lstStyle>
            <a:lvl1pPr>
              <a:lnSpc>
                <a:spcPct val="85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855177"/>
            <a:ext cx="4838333" cy="36883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5E5BE9D3-9BF2-44F9-BF31-E801D9990CBA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515C151-D461-F1F3-084A-71251EE2940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244006" y="2219325"/>
            <a:ext cx="4676040" cy="3324224"/>
          </a:xfrm>
        </p:spPr>
        <p:txBody>
          <a:bodyPr/>
          <a:lstStyle/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49052-C2F7-0CA0-6F47-DEC00E287247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518622"/>
            <a:ext cx="9810383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9DBB9B-4C44-DDF9-88A8-1A08EC108E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3843" y="1855178"/>
            <a:ext cx="4676570" cy="364148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Chart Title</a:t>
            </a:r>
          </a:p>
        </p:txBody>
      </p:sp>
    </p:spTree>
    <p:extLst>
      <p:ext uri="{BB962C8B-B14F-4D97-AF65-F5344CB8AC3E}">
        <p14:creationId xmlns:p14="http://schemas.microsoft.com/office/powerpoint/2010/main" val="1465347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E5CFF21-FDFC-41FB-2A29-16F7377487A1}"/>
              </a:ext>
            </a:extLst>
          </p:cNvPr>
          <p:cNvSpPr/>
          <p:nvPr userDrawn="1"/>
        </p:nvSpPr>
        <p:spPr>
          <a:xfrm>
            <a:off x="6262879" y="1166180"/>
            <a:ext cx="4344288" cy="4702491"/>
          </a:xfrm>
          <a:custGeom>
            <a:avLst/>
            <a:gdLst>
              <a:gd name="csX0" fmla="*/ 0 w 4344288"/>
              <a:gd name="csY0" fmla="*/ 0 h 4702491"/>
              <a:gd name="csX1" fmla="*/ 4344288 w 4344288"/>
              <a:gd name="csY1" fmla="*/ 0 h 4702491"/>
              <a:gd name="csX2" fmla="*/ 4344288 w 4344288"/>
              <a:gd name="csY2" fmla="*/ 3960684 h 4702491"/>
              <a:gd name="csX3" fmla="*/ 3132835 w 4344288"/>
              <a:gd name="csY3" fmla="*/ 4702491 h 4702491"/>
              <a:gd name="csX4" fmla="*/ 0 w 4344288"/>
              <a:gd name="csY4" fmla="*/ 4702491 h 4702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44288" h="4702491">
                <a:moveTo>
                  <a:pt x="0" y="0"/>
                </a:moveTo>
                <a:lnTo>
                  <a:pt x="4344288" y="0"/>
                </a:lnTo>
                <a:lnTo>
                  <a:pt x="4344288" y="3960684"/>
                </a:lnTo>
                <a:lnTo>
                  <a:pt x="3132835" y="4702491"/>
                </a:lnTo>
                <a:lnTo>
                  <a:pt x="0" y="4702491"/>
                </a:lnTo>
                <a:close/>
              </a:path>
            </a:pathLst>
          </a:custGeom>
          <a:solidFill>
            <a:srgbClr val="061530">
              <a:alpha val="8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30F2B71-B747-62CE-FAFD-E40C3E5522D2}"/>
              </a:ext>
            </a:extLst>
          </p:cNvPr>
          <p:cNvSpPr/>
          <p:nvPr userDrawn="1"/>
        </p:nvSpPr>
        <p:spPr>
          <a:xfrm>
            <a:off x="1514127" y="1166180"/>
            <a:ext cx="4344288" cy="4702491"/>
          </a:xfrm>
          <a:custGeom>
            <a:avLst/>
            <a:gdLst>
              <a:gd name="csX0" fmla="*/ 0 w 4344288"/>
              <a:gd name="csY0" fmla="*/ 0 h 4702491"/>
              <a:gd name="csX1" fmla="*/ 4344288 w 4344288"/>
              <a:gd name="csY1" fmla="*/ 0 h 4702491"/>
              <a:gd name="csX2" fmla="*/ 4344288 w 4344288"/>
              <a:gd name="csY2" fmla="*/ 3960684 h 4702491"/>
              <a:gd name="csX3" fmla="*/ 3132835 w 4344288"/>
              <a:gd name="csY3" fmla="*/ 4702491 h 4702491"/>
              <a:gd name="csX4" fmla="*/ 0 w 4344288"/>
              <a:gd name="csY4" fmla="*/ 4702491 h 4702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44288" h="4702491">
                <a:moveTo>
                  <a:pt x="0" y="0"/>
                </a:moveTo>
                <a:lnTo>
                  <a:pt x="4344288" y="0"/>
                </a:lnTo>
                <a:lnTo>
                  <a:pt x="4344288" y="3960684"/>
                </a:lnTo>
                <a:lnTo>
                  <a:pt x="3132835" y="4702491"/>
                </a:lnTo>
                <a:lnTo>
                  <a:pt x="0" y="4702491"/>
                </a:lnTo>
                <a:close/>
              </a:path>
            </a:pathLst>
          </a:custGeom>
          <a:solidFill>
            <a:srgbClr val="061530">
              <a:alpha val="8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5E5BE9D3-9BF2-44F9-BF31-E801D9990CBA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515C151-D461-F1F3-084A-71251EE2940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262878" y="1899920"/>
            <a:ext cx="4344289" cy="3643629"/>
          </a:xfrm>
        </p:spPr>
        <p:txBody>
          <a:bodyPr/>
          <a:lstStyle/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49052-C2F7-0CA0-6F47-DEC00E287247}"/>
              </a:ext>
            </a:extLst>
          </p:cNvPr>
          <p:cNvCxnSpPr>
            <a:cxnSpLocks/>
          </p:cNvCxnSpPr>
          <p:nvPr userDrawn="1"/>
        </p:nvCxnSpPr>
        <p:spPr>
          <a:xfrm>
            <a:off x="1514127" y="1864062"/>
            <a:ext cx="434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C21C1B31-CE7E-1203-C381-1A7F719B9725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1514127" y="1899920"/>
            <a:ext cx="4344288" cy="3643630"/>
          </a:xfrm>
        </p:spPr>
        <p:txBody>
          <a:bodyPr/>
          <a:lstStyle/>
          <a:p>
            <a:endParaRPr lang="en-I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447DE2-5539-ABBC-BF41-37BF3D045689}"/>
              </a:ext>
            </a:extLst>
          </p:cNvPr>
          <p:cNvCxnSpPr>
            <a:cxnSpLocks/>
          </p:cNvCxnSpPr>
          <p:nvPr userDrawn="1"/>
        </p:nvCxnSpPr>
        <p:spPr>
          <a:xfrm>
            <a:off x="6261967" y="1864062"/>
            <a:ext cx="434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21FD4-D7F7-EA97-FBF8-DA1A238267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06271" y="1299111"/>
            <a:ext cx="3960000" cy="432000"/>
          </a:xfrm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1DD260-D83C-027E-BE8B-1881F0F3F5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55023" y="1299111"/>
            <a:ext cx="3960000" cy="432000"/>
          </a:xfrm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AC499-89D9-1C12-17E4-A1E0044A2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127" y="580673"/>
            <a:ext cx="8100261" cy="4436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0452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F24ACA-74B0-01E0-3A19-AFB118296D49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4" y="640353"/>
            <a:ext cx="4986336" cy="642345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0"/>
            <a:ext cx="4986337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D33AF3D4-B6B2-4BD5-969F-C0A605096AD5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B1FFE65E-39CF-2840-703E-D7B0A3B95363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6646863" y="2011363"/>
            <a:ext cx="4445000" cy="13005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able Placeholder 5">
            <a:extLst>
              <a:ext uri="{FF2B5EF4-FFF2-40B4-BE49-F238E27FC236}">
                <a16:creationId xmlns:a16="http://schemas.microsoft.com/office/drawing/2014/main" id="{2255E42A-786C-1551-DED1-948339EBCE7B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646863" y="3745612"/>
            <a:ext cx="4445000" cy="13005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4970E8-CAB4-9051-AAA7-3C5F4A09E5A9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9972675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29D87B-D50C-7F5B-049F-ECEFF6CFCE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6863" y="1619250"/>
            <a:ext cx="4445000" cy="392113"/>
          </a:xfrm>
        </p:spPr>
        <p:txBody>
          <a:bodyPr tIns="54000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7164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F24ACA-74B0-01E0-3A19-AFB118296D49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4" y="554039"/>
            <a:ext cx="4986336" cy="554036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19250"/>
            <a:ext cx="4986337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D33AF3D4-B6B2-4BD5-969F-C0A605096AD5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B1FFE65E-39CF-2840-703E-D7B0A3B95363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6646863" y="2011363"/>
            <a:ext cx="4445000" cy="13005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able Placeholder 5">
            <a:extLst>
              <a:ext uri="{FF2B5EF4-FFF2-40B4-BE49-F238E27FC236}">
                <a16:creationId xmlns:a16="http://schemas.microsoft.com/office/drawing/2014/main" id="{2255E42A-786C-1551-DED1-948339EBCE7B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646863" y="3745612"/>
            <a:ext cx="4445000" cy="13005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4970E8-CAB4-9051-AAA7-3C5F4A09E5A9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9972675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29D87B-D50C-7F5B-049F-ECEFF6CFCE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6863" y="1619250"/>
            <a:ext cx="4445000" cy="392113"/>
          </a:xfrm>
        </p:spPr>
        <p:txBody>
          <a:bodyPr tIns="54000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5772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B4E349-F9F9-31A3-5D28-6DD1BF22AF1C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563900"/>
            <a:ext cx="4838333" cy="603738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20226"/>
            <a:ext cx="4838333" cy="39233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5E5BE9D3-9BF2-44F9-BF31-E801D9990CBA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>
              <a:solidFill>
                <a:schemeClr val="bg1"/>
              </a:solidFill>
            </a:endParaRP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515C151-D461-F1F3-084A-71251EE2940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244005" y="1984375"/>
            <a:ext cx="4837785" cy="3559174"/>
          </a:xfrm>
        </p:spPr>
        <p:txBody>
          <a:bodyPr/>
          <a:lstStyle/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49052-C2F7-0CA0-6F47-DEC00E287247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244322"/>
            <a:ext cx="9972675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9DBB9B-4C44-DDF9-88A8-1A08EC108E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3842" y="1620228"/>
            <a:ext cx="4838333" cy="364148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Chart Title</a:t>
            </a:r>
          </a:p>
        </p:txBody>
      </p:sp>
    </p:spTree>
    <p:extLst>
      <p:ext uri="{BB962C8B-B14F-4D97-AF65-F5344CB8AC3E}">
        <p14:creationId xmlns:p14="http://schemas.microsoft.com/office/powerpoint/2010/main" val="107821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B4E349-F9F9-31A3-5D28-6DD1BF22AF1C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rgbClr val="061530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563900"/>
            <a:ext cx="3769995" cy="603738"/>
          </a:xfrm>
        </p:spPr>
        <p:txBody>
          <a:bodyPr/>
          <a:lstStyle>
            <a:lvl1pPr>
              <a:lnSpc>
                <a:spcPct val="85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109663" y="1620226"/>
            <a:ext cx="4838333" cy="39233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5E5BE9D3-9BF2-44F9-BF31-E801D9990CBA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>
              <a:solidFill>
                <a:schemeClr val="bg1"/>
              </a:solidFill>
            </a:endParaRP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515C151-D461-F1F3-084A-71251EE2940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244005" y="1984375"/>
            <a:ext cx="4837785" cy="3559174"/>
          </a:xfrm>
        </p:spPr>
        <p:txBody>
          <a:bodyPr/>
          <a:lstStyle/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49052-C2F7-0CA0-6F47-DEC00E287247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244322"/>
            <a:ext cx="9972675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9DBB9B-4C44-DDF9-88A8-1A08EC108E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3842" y="1620228"/>
            <a:ext cx="4838333" cy="364148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Chart Title</a:t>
            </a:r>
          </a:p>
        </p:txBody>
      </p:sp>
    </p:spTree>
    <p:extLst>
      <p:ext uri="{BB962C8B-B14F-4D97-AF65-F5344CB8AC3E}">
        <p14:creationId xmlns:p14="http://schemas.microsoft.com/office/powerpoint/2010/main" val="201694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B894C4-68CA-6D05-B845-B135D5EBC739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0" name="Chart Placeholder 12">
            <a:extLst>
              <a:ext uri="{FF2B5EF4-FFF2-40B4-BE49-F238E27FC236}">
                <a16:creationId xmlns:a16="http://schemas.microsoft.com/office/drawing/2014/main" id="{657CE885-69FA-D900-F162-151BE6F8D3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49033" y="2052831"/>
            <a:ext cx="4042068" cy="3201631"/>
          </a:xfrm>
          <a:prstGeom prst="rect">
            <a:avLst/>
          </a:prstGeom>
          <a:noFill/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144089-F6F1-4053-9557-ACD61C3F612F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6597CC-DC61-4440-A16D-3AA939DE77B3}" type="slidenum">
              <a:rPr lang="en-IE" smtClean="0"/>
              <a:pPr/>
              <a:t>‹Nº›</a:t>
            </a:fld>
            <a:endParaRPr lang="en-IE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1A9E2DF-5269-249B-5F92-EAC032DD03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4775" y="1619250"/>
            <a:ext cx="4724400" cy="256379"/>
          </a:xfrm>
          <a:noFill/>
          <a:ln>
            <a:noFill/>
          </a:ln>
          <a:effectLst/>
        </p:spPr>
        <p:txBody>
          <a:bodyPr lIns="90000" rIns="90000" anchor="t" anchorCtr="0"/>
          <a:lstStyle>
            <a:lvl1pPr marL="0" indent="0" algn="l">
              <a:buNone/>
              <a:defRPr sz="16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5A4249E-541D-C5E2-72AF-A4D189FA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63" y="633612"/>
            <a:ext cx="5542915" cy="554034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A89A21-B578-9ADE-E0B1-FE34D926BEC4}"/>
              </a:ext>
            </a:extLst>
          </p:cNvPr>
          <p:cNvCxnSpPr>
            <a:cxnSpLocks/>
          </p:cNvCxnSpPr>
          <p:nvPr userDrawn="1"/>
        </p:nvCxnSpPr>
        <p:spPr>
          <a:xfrm>
            <a:off x="1109664" y="1323893"/>
            <a:ext cx="9972674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35732FD-6129-ABFB-2547-5A7F01EF3B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45250" y="1619250"/>
            <a:ext cx="4079875" cy="293688"/>
          </a:xfrm>
        </p:spPr>
        <p:txBody>
          <a:bodyPr anchor="t"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3A5C8029-DA57-9B5F-D7E4-A02D019CC0DC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445250" y="2052830"/>
            <a:ext cx="4079875" cy="3490719"/>
          </a:xfrm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9881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x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42EDDA3-4E1E-8A0C-0735-09DAA292B4FF}"/>
              </a:ext>
            </a:extLst>
          </p:cNvPr>
          <p:cNvSpPr/>
          <p:nvPr userDrawn="1"/>
        </p:nvSpPr>
        <p:spPr>
          <a:xfrm>
            <a:off x="0" y="0"/>
            <a:ext cx="11639677" cy="5996940"/>
          </a:xfrm>
          <a:custGeom>
            <a:avLst/>
            <a:gdLst>
              <a:gd name="csX0" fmla="*/ 0 w 11639677"/>
              <a:gd name="csY0" fmla="*/ 0 h 5996940"/>
              <a:gd name="csX1" fmla="*/ 0 w 11639677"/>
              <a:gd name="csY1" fmla="*/ 5996940 h 5996940"/>
              <a:gd name="csX2" fmla="*/ 10530459 w 11639677"/>
              <a:gd name="csY2" fmla="*/ 5996940 h 5996940"/>
              <a:gd name="csX3" fmla="*/ 11639677 w 11639677"/>
              <a:gd name="csY3" fmla="*/ 5396230 h 5996940"/>
              <a:gd name="csX4" fmla="*/ 11639677 w 11639677"/>
              <a:gd name="csY4" fmla="*/ 0 h 5996940"/>
              <a:gd name="csX5" fmla="*/ 0 w 11639677"/>
              <a:gd name="csY5" fmla="*/ 0 h 5996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39677" h="5996940">
                <a:moveTo>
                  <a:pt x="0" y="0"/>
                </a:moveTo>
                <a:lnTo>
                  <a:pt x="0" y="5996940"/>
                </a:lnTo>
                <a:lnTo>
                  <a:pt x="10530459" y="5996940"/>
                </a:lnTo>
                <a:lnTo>
                  <a:pt x="11639677" y="5396230"/>
                </a:lnTo>
                <a:lnTo>
                  <a:pt x="1163967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IE"/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1109663" y="1063603"/>
            <a:ext cx="4435475" cy="2376047"/>
          </a:xfrm>
        </p:spPr>
        <p:txBody>
          <a:bodyPr/>
          <a:lstStyle/>
          <a:p>
            <a:endParaRPr lang="en-IE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1109663" y="603897"/>
            <a:ext cx="4435475" cy="257163"/>
          </a:xfrm>
          <a:noFill/>
          <a:ln>
            <a:noFill/>
          </a:ln>
          <a:effectLst/>
        </p:spPr>
        <p:txBody>
          <a:bodyPr lIns="90000" rIns="90000" anchor="t" anchorCtr="0"/>
          <a:lstStyle>
            <a:lvl1pPr marL="0" indent="0">
              <a:buNone/>
              <a:defRPr sz="16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hart Placeholder 8"/>
          <p:cNvSpPr>
            <a:spLocks noGrp="1"/>
          </p:cNvSpPr>
          <p:nvPr>
            <p:ph type="chart" sz="quarter" idx="15"/>
          </p:nvPr>
        </p:nvSpPr>
        <p:spPr>
          <a:xfrm>
            <a:off x="1109663" y="3979937"/>
            <a:ext cx="4435475" cy="1613754"/>
          </a:xfrm>
        </p:spPr>
        <p:txBody>
          <a:bodyPr/>
          <a:lstStyle/>
          <a:p>
            <a:endParaRPr lang="en-IE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109663" y="3561166"/>
            <a:ext cx="4435475" cy="257163"/>
          </a:xfrm>
          <a:noFill/>
          <a:ln>
            <a:noFill/>
          </a:ln>
          <a:effectLst/>
        </p:spPr>
        <p:txBody>
          <a:bodyPr lIns="90000" rIns="90000" anchor="t" anchorCtr="0"/>
          <a:lstStyle>
            <a:lvl1pPr marL="0" indent="0">
              <a:buNone/>
              <a:defRPr sz="16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8"/>
          <p:cNvSpPr>
            <a:spLocks noGrp="1"/>
          </p:cNvSpPr>
          <p:nvPr>
            <p:ph type="chart" sz="quarter" idx="17"/>
          </p:nvPr>
        </p:nvSpPr>
        <p:spPr>
          <a:xfrm>
            <a:off x="6466600" y="1118647"/>
            <a:ext cx="4058525" cy="3623608"/>
          </a:xfrm>
          <a:noFill/>
          <a:effectLst/>
        </p:spPr>
        <p:txBody>
          <a:bodyPr/>
          <a:lstStyle>
            <a:lvl1pPr>
              <a:defRPr lang="en-IE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IE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8"/>
          </p:nvPr>
        </p:nvSpPr>
        <p:spPr>
          <a:xfrm>
            <a:off x="6646864" y="603897"/>
            <a:ext cx="3878262" cy="257163"/>
          </a:xfrm>
          <a:noFill/>
          <a:ln>
            <a:noFill/>
          </a:ln>
          <a:effectLst/>
        </p:spPr>
        <p:txBody>
          <a:bodyPr lIns="90000" rIns="90000" anchor="t" anchorCtr="0"/>
          <a:lstStyle>
            <a:lvl1pPr marL="0" indent="0" algn="l">
              <a:buNone/>
              <a:defRPr sz="16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4B06F2D-B76D-BA34-955D-11AC41BEEBD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EC3BECD-21EF-44A1-8B3D-5706F19ED002}" type="datetime1">
              <a:rPr lang="en-IE" smtClean="0"/>
              <a:t>29/10/2026</a:t>
            </a:fld>
            <a:endParaRPr lang="en-IE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46FB7F2-3BDE-87F9-776A-9C352FAB5B2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1885C60-9B68-0F63-BC1B-8108D89D82E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C55D5D-711F-570C-3258-4D902B3AD21A}"/>
              </a:ext>
            </a:extLst>
          </p:cNvPr>
          <p:cNvCxnSpPr>
            <a:cxnSpLocks/>
          </p:cNvCxnSpPr>
          <p:nvPr userDrawn="1"/>
        </p:nvCxnSpPr>
        <p:spPr>
          <a:xfrm>
            <a:off x="1109664" y="3429000"/>
            <a:ext cx="4986336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7C0221-AEBF-3556-1F26-89744D76BD5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690013"/>
            <a:ext cx="0" cy="502975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326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766593C-F7FF-B284-72E8-EB15EFA580A3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645A71-0903-E6CC-E382-E111F4964EEC}"/>
              </a:ext>
            </a:extLst>
          </p:cNvPr>
          <p:cNvCxnSpPr>
            <a:cxnSpLocks/>
          </p:cNvCxnSpPr>
          <p:nvPr userDrawn="1"/>
        </p:nvCxnSpPr>
        <p:spPr>
          <a:xfrm>
            <a:off x="1109664" y="1323893"/>
            <a:ext cx="9972674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200C7636-8F30-50D5-32A7-E8B0FD29E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700" y="648960"/>
            <a:ext cx="9958638" cy="61257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F136CEA-AACA-BFCD-3667-74397606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770972-E211-4C6A-B56B-D45D9F8371F2}" type="datetime1">
              <a:rPr lang="en-IE" smtClean="0"/>
              <a:t>29/10/2026</a:t>
            </a:fld>
            <a:endParaRPr lang="en-I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2B85A69-9E33-6AB5-4588-C2ED22B3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20083D-2010-5DD5-976B-9ADCEEE9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E09FBA-5AE3-16F1-1BFD-40180F8AD9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9663" y="1595324"/>
            <a:ext cx="9972675" cy="34925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13D4AAC0-2B20-CDCB-E860-46EAB50B25F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09663" y="1968500"/>
            <a:ext cx="9972675" cy="3132138"/>
          </a:xfrm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841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766593C-F7FF-B284-72E8-EB15EFA580A3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645A71-0903-E6CC-E382-E111F4964EEC}"/>
              </a:ext>
            </a:extLst>
          </p:cNvPr>
          <p:cNvCxnSpPr>
            <a:cxnSpLocks/>
          </p:cNvCxnSpPr>
          <p:nvPr userDrawn="1"/>
        </p:nvCxnSpPr>
        <p:spPr>
          <a:xfrm>
            <a:off x="1109664" y="1323893"/>
            <a:ext cx="9972674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200C7636-8F30-50D5-32A7-E8B0FD29E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700" y="648960"/>
            <a:ext cx="9958638" cy="61257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F136CEA-AACA-BFCD-3667-74397606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770972-E211-4C6A-B56B-D45D9F8371F2}" type="datetime1">
              <a:rPr lang="en-IE" smtClean="0"/>
              <a:t>29/10/2026</a:t>
            </a:fld>
            <a:endParaRPr lang="en-I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2B85A69-9E33-6AB5-4588-C2ED22B3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20083D-2010-5DD5-976B-9ADCEEE9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E09FBA-5AE3-16F1-1BFD-40180F8AD9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9663" y="1595324"/>
            <a:ext cx="9972675" cy="34925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13D4AAC0-2B20-CDCB-E860-46EAB50B25F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09663" y="1968500"/>
            <a:ext cx="9972675" cy="3132138"/>
          </a:xfrm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0132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F24ACA-74B0-01E0-3A19-AFB118296D49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640354"/>
            <a:ext cx="9415461" cy="313612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D33AF3D4-B6B2-4BD5-969F-C0A605096AD5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4970E8-CAB4-9051-AAA7-3C5F4A09E5A9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030650"/>
            <a:ext cx="9415462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9E19727F-A17B-8601-6123-794A3BD082D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109663" y="1108075"/>
            <a:ext cx="9415462" cy="4716463"/>
          </a:xfrm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3999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ark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504A046-F192-8534-5428-3C69FB49040D}"/>
              </a:ext>
            </a:extLst>
          </p:cNvPr>
          <p:cNvSpPr/>
          <p:nvPr userDrawn="1"/>
        </p:nvSpPr>
        <p:spPr>
          <a:xfrm>
            <a:off x="0" y="4994104"/>
            <a:ext cx="12193200" cy="1863896"/>
          </a:xfrm>
          <a:custGeom>
            <a:avLst/>
            <a:gdLst>
              <a:gd name="csX0" fmla="*/ 12193144 w 12193200"/>
              <a:gd name="csY0" fmla="*/ 0 h 1863896"/>
              <a:gd name="csX1" fmla="*/ 12193200 w 12193200"/>
              <a:gd name="csY1" fmla="*/ 25 h 1863896"/>
              <a:gd name="csX2" fmla="*/ 12193200 w 12193200"/>
              <a:gd name="csY2" fmla="*/ 1863896 h 1863896"/>
              <a:gd name="csX3" fmla="*/ 0 w 12193200"/>
              <a:gd name="csY3" fmla="*/ 1863896 h 1863896"/>
              <a:gd name="csX4" fmla="*/ 0 w 12193200"/>
              <a:gd name="csY4" fmla="*/ 1100293 h 1863896"/>
              <a:gd name="csX5" fmla="*/ 10154911 w 12193200"/>
              <a:gd name="csY5" fmla="*/ 1100292 h 1863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3200" h="1863896">
                <a:moveTo>
                  <a:pt x="12193144" y="0"/>
                </a:moveTo>
                <a:lnTo>
                  <a:pt x="12193200" y="25"/>
                </a:lnTo>
                <a:lnTo>
                  <a:pt x="12193200" y="1863896"/>
                </a:lnTo>
                <a:lnTo>
                  <a:pt x="0" y="1863896"/>
                </a:lnTo>
                <a:lnTo>
                  <a:pt x="0" y="1100293"/>
                </a:lnTo>
                <a:lnTo>
                  <a:pt x="10154911" y="1100292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1109662" y="1619250"/>
            <a:ext cx="9972675" cy="3917954"/>
          </a:xfrm>
          <a:noFill/>
          <a:effectLst/>
        </p:spPr>
        <p:txBody>
          <a:bodyPr lIns="0" tIns="54000" rIns="0"/>
          <a:lstStyle>
            <a:lvl1pPr marL="203200" indent="-203200">
              <a:spcBef>
                <a:spcPts val="900"/>
              </a:spcBef>
              <a:buClr>
                <a:schemeClr val="bg1"/>
              </a:buClr>
              <a:buFont typeface="Wingdings 2" panose="05020102010507070707" pitchFamily="18" charset="2"/>
              <a:buChar char=""/>
              <a:tabLst>
                <a:tab pos="203200" algn="l"/>
              </a:tabLst>
              <a:defRPr sz="1600" b="0">
                <a:solidFill>
                  <a:schemeClr val="bg1"/>
                </a:solidFill>
              </a:defRPr>
            </a:lvl1pPr>
            <a:lvl2pPr marL="541338" indent="-228600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Century Gothic" panose="020B0502020202020204" pitchFamily="34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109662" y="648000"/>
            <a:ext cx="9972675" cy="612000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97AF-E0B8-4DBC-FEE1-2D365B0B76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506565" y="6202998"/>
            <a:ext cx="124759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00A5DB-3751-41D4-B6C5-464A0DC8C351}" type="datetime1">
              <a:rPr lang="en-IE" smtClean="0"/>
              <a:pPr/>
              <a:t>29/10/2026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B4AB9-510D-BEEB-54D2-859C9D7E91D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0675" y="6202998"/>
            <a:ext cx="390298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1D280-26CA-E5FB-0B53-55B90E5C6C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E25562-FE5A-947A-9386-84B10AA0D061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320796"/>
            <a:ext cx="9972675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8">
            <a:extLst>
              <a:ext uri="{FF2B5EF4-FFF2-40B4-BE49-F238E27FC236}">
                <a16:creationId xmlns:a16="http://schemas.microsoft.com/office/drawing/2014/main" id="{C2EC294F-374A-770C-2CE5-811C59267F6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79373" y="6041584"/>
            <a:ext cx="905420" cy="4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04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35503710-FC9B-BE28-4C61-8C1BFB4A14F9}"/>
              </a:ext>
            </a:extLst>
          </p:cNvPr>
          <p:cNvSpPr/>
          <p:nvPr/>
        </p:nvSpPr>
        <p:spPr>
          <a:xfrm>
            <a:off x="532002" y="431926"/>
            <a:ext cx="11138153" cy="5346954"/>
          </a:xfrm>
          <a:custGeom>
            <a:avLst/>
            <a:gdLst>
              <a:gd name="csX0" fmla="*/ 0 w 11138153"/>
              <a:gd name="csY0" fmla="*/ 127 h 5346954"/>
              <a:gd name="csX1" fmla="*/ 0 w 11138153"/>
              <a:gd name="csY1" fmla="*/ 5346954 h 5346954"/>
              <a:gd name="csX2" fmla="*/ 9973564 w 11138153"/>
              <a:gd name="csY2" fmla="*/ 5346954 h 5346954"/>
              <a:gd name="csX3" fmla="*/ 11138154 w 11138153"/>
              <a:gd name="csY3" fmla="*/ 4725924 h 5346954"/>
              <a:gd name="csX4" fmla="*/ 11138154 w 11138153"/>
              <a:gd name="csY4" fmla="*/ 0 h 5346954"/>
              <a:gd name="csX5" fmla="*/ 0 w 11138153"/>
              <a:gd name="csY5" fmla="*/ 127 h 5346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138153" h="5346954">
                <a:moveTo>
                  <a:pt x="0" y="127"/>
                </a:moveTo>
                <a:lnTo>
                  <a:pt x="0" y="5346954"/>
                </a:lnTo>
                <a:lnTo>
                  <a:pt x="9973564" y="5346954"/>
                </a:lnTo>
                <a:lnTo>
                  <a:pt x="11138154" y="4725924"/>
                </a:lnTo>
                <a:lnTo>
                  <a:pt x="11138154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61530">
              <a:alpha val="8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4650A-ED11-B291-6E25-2C86C7ED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745" y="831498"/>
            <a:ext cx="8497643" cy="4436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BBB3A-148E-8B4E-C88E-C3F30A4A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E4EF1-BF25-A31A-2A0F-ED8C3630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CF313-BE98-9A6D-960D-B1F147C6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8860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35503710-FC9B-BE28-4C61-8C1BFB4A14F9}"/>
              </a:ext>
            </a:extLst>
          </p:cNvPr>
          <p:cNvSpPr/>
          <p:nvPr/>
        </p:nvSpPr>
        <p:spPr>
          <a:xfrm>
            <a:off x="532002" y="431926"/>
            <a:ext cx="11138153" cy="5346954"/>
          </a:xfrm>
          <a:custGeom>
            <a:avLst/>
            <a:gdLst>
              <a:gd name="csX0" fmla="*/ 0 w 11138153"/>
              <a:gd name="csY0" fmla="*/ 127 h 5346954"/>
              <a:gd name="csX1" fmla="*/ 0 w 11138153"/>
              <a:gd name="csY1" fmla="*/ 5346954 h 5346954"/>
              <a:gd name="csX2" fmla="*/ 9973564 w 11138153"/>
              <a:gd name="csY2" fmla="*/ 5346954 h 5346954"/>
              <a:gd name="csX3" fmla="*/ 11138154 w 11138153"/>
              <a:gd name="csY3" fmla="*/ 4725924 h 5346954"/>
              <a:gd name="csX4" fmla="*/ 11138154 w 11138153"/>
              <a:gd name="csY4" fmla="*/ 0 h 5346954"/>
              <a:gd name="csX5" fmla="*/ 0 w 11138153"/>
              <a:gd name="csY5" fmla="*/ 127 h 5346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138153" h="5346954">
                <a:moveTo>
                  <a:pt x="0" y="127"/>
                </a:moveTo>
                <a:lnTo>
                  <a:pt x="0" y="5346954"/>
                </a:lnTo>
                <a:lnTo>
                  <a:pt x="9973564" y="5346954"/>
                </a:lnTo>
                <a:lnTo>
                  <a:pt x="11138154" y="4725924"/>
                </a:lnTo>
                <a:lnTo>
                  <a:pt x="11138154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61530">
              <a:alpha val="80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4650A-ED11-B291-6E25-2C86C7ED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745" y="831498"/>
            <a:ext cx="8497643" cy="4436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BBB3A-148E-8B4E-C88E-C3F30A4A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E4EF1-BF25-A31A-2A0F-ED8C3630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CF313-BE98-9A6D-960D-B1F147C6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45741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35503710-FC9B-BE28-4C61-8C1BFB4A14F9}"/>
              </a:ext>
            </a:extLst>
          </p:cNvPr>
          <p:cNvSpPr/>
          <p:nvPr/>
        </p:nvSpPr>
        <p:spPr>
          <a:xfrm>
            <a:off x="532002" y="431926"/>
            <a:ext cx="11138153" cy="5346954"/>
          </a:xfrm>
          <a:custGeom>
            <a:avLst/>
            <a:gdLst>
              <a:gd name="csX0" fmla="*/ 0 w 11138153"/>
              <a:gd name="csY0" fmla="*/ 127 h 5346954"/>
              <a:gd name="csX1" fmla="*/ 0 w 11138153"/>
              <a:gd name="csY1" fmla="*/ 5346954 h 5346954"/>
              <a:gd name="csX2" fmla="*/ 9973564 w 11138153"/>
              <a:gd name="csY2" fmla="*/ 5346954 h 5346954"/>
              <a:gd name="csX3" fmla="*/ 11138154 w 11138153"/>
              <a:gd name="csY3" fmla="*/ 4725924 h 5346954"/>
              <a:gd name="csX4" fmla="*/ 11138154 w 11138153"/>
              <a:gd name="csY4" fmla="*/ 0 h 5346954"/>
              <a:gd name="csX5" fmla="*/ 0 w 11138153"/>
              <a:gd name="csY5" fmla="*/ 127 h 5346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138153" h="5346954">
                <a:moveTo>
                  <a:pt x="0" y="127"/>
                </a:moveTo>
                <a:lnTo>
                  <a:pt x="0" y="5346954"/>
                </a:lnTo>
                <a:lnTo>
                  <a:pt x="9973564" y="5346954"/>
                </a:lnTo>
                <a:lnTo>
                  <a:pt x="11138154" y="4725924"/>
                </a:lnTo>
                <a:lnTo>
                  <a:pt x="11138154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61530">
              <a:alpha val="80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4650A-ED11-B291-6E25-2C86C7ED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745" y="831498"/>
            <a:ext cx="8497643" cy="4436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BBB3A-148E-8B4E-C88E-C3F30A4A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E4EF1-BF25-A31A-2A0F-ED8C3630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CF313-BE98-9A6D-960D-B1F147C6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5975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403A1-75E8-C862-1434-58F7C7E9628A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F5403-58D7-AB33-E227-6DD23684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A89A8-005F-C5E0-816F-1D0EEA16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62B91-F4C5-37AC-02D7-FA4E7C4E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911AD-DB94-E01C-DD81-BF2E7EB4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26692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403A1-75E8-C862-1434-58F7C7E9628A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F5403-58D7-AB33-E227-6DD23684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A89A8-005F-C5E0-816F-1D0EEA16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62B91-F4C5-37AC-02D7-FA4E7C4E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911AD-DB94-E01C-DD81-BF2E7EB4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4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403A1-75E8-C862-1434-58F7C7E9628A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F5403-58D7-AB33-E227-6DD23684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A89A8-005F-C5E0-816F-1D0EEA16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62B91-F4C5-37AC-02D7-FA4E7C4E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911AD-DB94-E01C-DD81-BF2E7EB4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0270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7E6A6E-9CBB-D45F-3AE0-6E1DDA89E921}"/>
              </a:ext>
            </a:extLst>
          </p:cNvPr>
          <p:cNvSpPr/>
          <p:nvPr userDrawn="1"/>
        </p:nvSpPr>
        <p:spPr>
          <a:xfrm>
            <a:off x="0" y="0"/>
            <a:ext cx="12192001" cy="6002954"/>
          </a:xfrm>
          <a:custGeom>
            <a:avLst/>
            <a:gdLst>
              <a:gd name="csX0" fmla="*/ 0 w 12192001"/>
              <a:gd name="csY0" fmla="*/ 0 h 6002954"/>
              <a:gd name="csX1" fmla="*/ 12192001 w 12192001"/>
              <a:gd name="csY1" fmla="*/ 0 h 6002954"/>
              <a:gd name="csX2" fmla="*/ 12192001 w 12192001"/>
              <a:gd name="csY2" fmla="*/ 4077330 h 6002954"/>
              <a:gd name="csX3" fmla="*/ 8646411 w 12192001"/>
              <a:gd name="csY3" fmla="*/ 6002954 h 6002954"/>
              <a:gd name="csX4" fmla="*/ 0 w 12192001"/>
              <a:gd name="csY4" fmla="*/ 6002954 h 6002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1" h="6002954">
                <a:moveTo>
                  <a:pt x="0" y="0"/>
                </a:moveTo>
                <a:lnTo>
                  <a:pt x="12192001" y="0"/>
                </a:lnTo>
                <a:lnTo>
                  <a:pt x="12192001" y="4077330"/>
                </a:lnTo>
                <a:lnTo>
                  <a:pt x="8646411" y="6002954"/>
                </a:lnTo>
                <a:lnTo>
                  <a:pt x="0" y="6002954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77A82-EB04-BD94-C92C-E7423BD1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B2DF0-42BD-00EB-4EC2-25DD7737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FE2AB-2B95-647E-FB79-D16DFD4C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1534D-BDB7-2F41-DA91-03F39015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73302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77A82-EB04-BD94-C92C-E7423BD1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B2DF0-42BD-00EB-4EC2-25DD7737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FE2AB-2B95-647E-FB79-D16DFD4C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1534D-BDB7-2F41-DA91-03F39015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7E6A6E-9CBB-D45F-3AE0-6E1DDA89E921}"/>
              </a:ext>
            </a:extLst>
          </p:cNvPr>
          <p:cNvSpPr/>
          <p:nvPr userDrawn="1"/>
        </p:nvSpPr>
        <p:spPr>
          <a:xfrm>
            <a:off x="0" y="0"/>
            <a:ext cx="12192001" cy="6002954"/>
          </a:xfrm>
          <a:custGeom>
            <a:avLst/>
            <a:gdLst>
              <a:gd name="csX0" fmla="*/ 0 w 12192001"/>
              <a:gd name="csY0" fmla="*/ 0 h 6002954"/>
              <a:gd name="csX1" fmla="*/ 12192001 w 12192001"/>
              <a:gd name="csY1" fmla="*/ 0 h 6002954"/>
              <a:gd name="csX2" fmla="*/ 12192001 w 12192001"/>
              <a:gd name="csY2" fmla="*/ 4077330 h 6002954"/>
              <a:gd name="csX3" fmla="*/ 8646411 w 12192001"/>
              <a:gd name="csY3" fmla="*/ 6002954 h 6002954"/>
              <a:gd name="csX4" fmla="*/ 0 w 12192001"/>
              <a:gd name="csY4" fmla="*/ 6002954 h 6002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1" h="6002954">
                <a:moveTo>
                  <a:pt x="0" y="0"/>
                </a:moveTo>
                <a:lnTo>
                  <a:pt x="12192001" y="0"/>
                </a:lnTo>
                <a:lnTo>
                  <a:pt x="12192001" y="4077330"/>
                </a:lnTo>
                <a:lnTo>
                  <a:pt x="8646411" y="6002954"/>
                </a:lnTo>
                <a:lnTo>
                  <a:pt x="0" y="6002954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6604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403A1-75E8-C862-1434-58F7C7E9628A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F5403-58D7-AB33-E227-6DD23684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A89A8-005F-C5E0-816F-1D0EEA16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62B91-F4C5-37AC-02D7-FA4E7C4E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911AD-DB94-E01C-DD81-BF2E7EB4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59484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9A29C8A-DB8A-60FF-CB00-F848DB867D08}"/>
              </a:ext>
            </a:extLst>
          </p:cNvPr>
          <p:cNvGrpSpPr/>
          <p:nvPr userDrawn="1"/>
        </p:nvGrpSpPr>
        <p:grpSpPr>
          <a:xfrm>
            <a:off x="1104646" y="742026"/>
            <a:ext cx="2267331" cy="1094647"/>
            <a:chOff x="1104646" y="742026"/>
            <a:chExt cx="2267331" cy="109464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1A91E6-F6A1-E608-B6D2-816D5871A1A7}"/>
                </a:ext>
              </a:extLst>
            </p:cNvPr>
            <p:cNvSpPr/>
            <p:nvPr/>
          </p:nvSpPr>
          <p:spPr>
            <a:xfrm>
              <a:off x="1604908" y="742026"/>
              <a:ext cx="1332855" cy="750450"/>
            </a:xfrm>
            <a:custGeom>
              <a:avLst/>
              <a:gdLst>
                <a:gd name="csX0" fmla="*/ 358639 w 1332855"/>
                <a:gd name="csY0" fmla="*/ 447710 h 750450"/>
                <a:gd name="csX1" fmla="*/ 424806 w 1332855"/>
                <a:gd name="csY1" fmla="*/ 499653 h 750450"/>
                <a:gd name="csX2" fmla="*/ 355972 w 1332855"/>
                <a:gd name="csY2" fmla="*/ 528101 h 750450"/>
                <a:gd name="csX3" fmla="*/ 285106 w 1332855"/>
                <a:gd name="csY3" fmla="*/ 542325 h 750450"/>
                <a:gd name="csX4" fmla="*/ 209668 w 1332855"/>
                <a:gd name="csY4" fmla="*/ 494827 h 750450"/>
                <a:gd name="csX5" fmla="*/ 90288 w 1332855"/>
                <a:gd name="csY5" fmla="*/ 390941 h 750450"/>
                <a:gd name="csX6" fmla="*/ 124324 w 1332855"/>
                <a:gd name="csY6" fmla="*/ 373796 h 750450"/>
                <a:gd name="csX7" fmla="*/ 283201 w 1332855"/>
                <a:gd name="csY7" fmla="*/ 467522 h 750450"/>
                <a:gd name="csX8" fmla="*/ 318507 w 1332855"/>
                <a:gd name="csY8" fmla="*/ 464093 h 750450"/>
                <a:gd name="csX9" fmla="*/ 302632 w 1332855"/>
                <a:gd name="csY9" fmla="*/ 475777 h 750450"/>
                <a:gd name="csX10" fmla="*/ 336160 w 1332855"/>
                <a:gd name="csY10" fmla="*/ 476031 h 750450"/>
                <a:gd name="csX11" fmla="*/ 358512 w 1332855"/>
                <a:gd name="csY11" fmla="*/ 447710 h 750450"/>
                <a:gd name="csX12" fmla="*/ 611623 w 1332855"/>
                <a:gd name="csY12" fmla="*/ 209204 h 750450"/>
                <a:gd name="csX13" fmla="*/ 779263 w 1332855"/>
                <a:gd name="csY13" fmla="*/ 375066 h 750450"/>
                <a:gd name="csX14" fmla="*/ 967350 w 1332855"/>
                <a:gd name="csY14" fmla="*/ 460410 h 750450"/>
                <a:gd name="csX15" fmla="*/ 1132196 w 1332855"/>
                <a:gd name="csY15" fmla="*/ 485048 h 750450"/>
                <a:gd name="csX16" fmla="*/ 1016372 w 1332855"/>
                <a:gd name="csY16" fmla="*/ 500415 h 750450"/>
                <a:gd name="csX17" fmla="*/ 814950 w 1332855"/>
                <a:gd name="csY17" fmla="*/ 464474 h 750450"/>
                <a:gd name="csX18" fmla="*/ 611750 w 1332855"/>
                <a:gd name="csY18" fmla="*/ 209204 h 750450"/>
                <a:gd name="csX19" fmla="*/ 606924 w 1332855"/>
                <a:gd name="csY19" fmla="*/ 145069 h 750450"/>
                <a:gd name="csX20" fmla="*/ 676393 w 1332855"/>
                <a:gd name="csY20" fmla="*/ 163992 h 750450"/>
                <a:gd name="csX21" fmla="*/ 975732 w 1332855"/>
                <a:gd name="csY21" fmla="*/ 230540 h 750450"/>
                <a:gd name="csX22" fmla="*/ 1077459 w 1332855"/>
                <a:gd name="csY22" fmla="*/ 304200 h 750450"/>
                <a:gd name="csX23" fmla="*/ 1139943 w 1332855"/>
                <a:gd name="csY23" fmla="*/ 321726 h 750450"/>
                <a:gd name="csX24" fmla="*/ 1139943 w 1332855"/>
                <a:gd name="csY24" fmla="*/ 321726 h 750450"/>
                <a:gd name="csX25" fmla="*/ 1026278 w 1332855"/>
                <a:gd name="csY25" fmla="*/ 318170 h 750450"/>
                <a:gd name="csX26" fmla="*/ 801234 w 1332855"/>
                <a:gd name="csY26" fmla="*/ 229016 h 750450"/>
                <a:gd name="csX27" fmla="*/ 661661 w 1332855"/>
                <a:gd name="csY27" fmla="*/ 179359 h 750450"/>
                <a:gd name="csX28" fmla="*/ 606924 w 1332855"/>
                <a:gd name="csY28" fmla="*/ 144942 h 750450"/>
                <a:gd name="csX29" fmla="*/ 551552 w 1332855"/>
                <a:gd name="csY29" fmla="*/ 106969 h 750450"/>
                <a:gd name="csX30" fmla="*/ 608702 w 1332855"/>
                <a:gd name="csY30" fmla="*/ 110652 h 750450"/>
                <a:gd name="csX31" fmla="*/ 802504 w 1332855"/>
                <a:gd name="csY31" fmla="*/ 80934 h 750450"/>
                <a:gd name="csX32" fmla="*/ 940553 w 1332855"/>
                <a:gd name="csY32" fmla="*/ 167802 h 750450"/>
                <a:gd name="csX33" fmla="*/ 995290 w 1332855"/>
                <a:gd name="csY33" fmla="*/ 192186 h 750450"/>
                <a:gd name="csX34" fmla="*/ 949062 w 1332855"/>
                <a:gd name="csY34" fmla="*/ 190789 h 750450"/>
                <a:gd name="csX35" fmla="*/ 780152 w 1332855"/>
                <a:gd name="csY35" fmla="*/ 144180 h 750450"/>
                <a:gd name="csX36" fmla="*/ 644643 w 1332855"/>
                <a:gd name="csY36" fmla="*/ 136306 h 750450"/>
                <a:gd name="csX37" fmla="*/ 551679 w 1332855"/>
                <a:gd name="csY37" fmla="*/ 107096 h 750450"/>
                <a:gd name="csX38" fmla="*/ 497323 w 1332855"/>
                <a:gd name="csY38" fmla="*/ 84998 h 750450"/>
                <a:gd name="csX39" fmla="*/ 591557 w 1332855"/>
                <a:gd name="csY39" fmla="*/ 93507 h 750450"/>
                <a:gd name="csX40" fmla="*/ 751323 w 1332855"/>
                <a:gd name="csY40" fmla="*/ 60106 h 750450"/>
                <a:gd name="csX41" fmla="*/ 809108 w 1332855"/>
                <a:gd name="csY41" fmla="*/ 69885 h 750450"/>
                <a:gd name="csX42" fmla="*/ 831079 w 1332855"/>
                <a:gd name="csY42" fmla="*/ 68107 h 750450"/>
                <a:gd name="csX43" fmla="*/ 803647 w 1332855"/>
                <a:gd name="csY43" fmla="*/ 55915 h 750450"/>
                <a:gd name="csX44" fmla="*/ 679060 w 1332855"/>
                <a:gd name="csY44" fmla="*/ 21244 h 750450"/>
                <a:gd name="csX45" fmla="*/ 568443 w 1332855"/>
                <a:gd name="csY45" fmla="*/ 77124 h 750450"/>
                <a:gd name="csX46" fmla="*/ 497323 w 1332855"/>
                <a:gd name="csY46" fmla="*/ 84998 h 750450"/>
                <a:gd name="csX47" fmla="*/ 439030 w 1332855"/>
                <a:gd name="csY47" fmla="*/ 76870 h 750450"/>
                <a:gd name="csX48" fmla="*/ 517389 w 1332855"/>
                <a:gd name="csY48" fmla="*/ 53502 h 750450"/>
                <a:gd name="csX49" fmla="*/ 607305 w 1332855"/>
                <a:gd name="csY49" fmla="*/ 35 h 750450"/>
                <a:gd name="csX50" fmla="*/ 671059 w 1332855"/>
                <a:gd name="csY50" fmla="*/ 9687 h 750450"/>
                <a:gd name="csX51" fmla="*/ 632832 w 1332855"/>
                <a:gd name="csY51" fmla="*/ 15148 h 750450"/>
                <a:gd name="csX52" fmla="*/ 533772 w 1332855"/>
                <a:gd name="csY52" fmla="*/ 67980 h 750450"/>
                <a:gd name="csX53" fmla="*/ 439030 w 1332855"/>
                <a:gd name="csY53" fmla="*/ 76743 h 750450"/>
                <a:gd name="csX54" fmla="*/ 471796 w 1332855"/>
                <a:gd name="csY54" fmla="*/ 171739 h 750450"/>
                <a:gd name="csX55" fmla="*/ 449825 w 1332855"/>
                <a:gd name="csY55" fmla="*/ 171485 h 750450"/>
                <a:gd name="csX56" fmla="*/ 452746 w 1332855"/>
                <a:gd name="csY56" fmla="*/ 178724 h 750450"/>
                <a:gd name="csX57" fmla="*/ 509896 w 1332855"/>
                <a:gd name="csY57" fmla="*/ 214665 h 750450"/>
                <a:gd name="csX58" fmla="*/ 517135 w 1332855"/>
                <a:gd name="csY58" fmla="*/ 242605 h 750450"/>
                <a:gd name="csX59" fmla="*/ 448301 w 1332855"/>
                <a:gd name="csY59" fmla="*/ 188884 h 750450"/>
                <a:gd name="csX60" fmla="*/ 491989 w 1332855"/>
                <a:gd name="csY60" fmla="*/ 242224 h 750450"/>
                <a:gd name="csX61" fmla="*/ 490592 w 1332855"/>
                <a:gd name="csY61" fmla="*/ 248574 h 750450"/>
                <a:gd name="csX62" fmla="*/ 381118 w 1332855"/>
                <a:gd name="csY62" fmla="*/ 192313 h 750450"/>
                <a:gd name="csX63" fmla="*/ 357369 w 1332855"/>
                <a:gd name="csY63" fmla="*/ 192313 h 750450"/>
                <a:gd name="csX64" fmla="*/ 411852 w 1332855"/>
                <a:gd name="csY64" fmla="*/ 152689 h 750450"/>
                <a:gd name="csX65" fmla="*/ 468875 w 1332855"/>
                <a:gd name="csY65" fmla="*/ 159547 h 750450"/>
                <a:gd name="csX66" fmla="*/ 471669 w 1332855"/>
                <a:gd name="csY66" fmla="*/ 171993 h 750450"/>
                <a:gd name="csX67" fmla="*/ 438649 w 1332855"/>
                <a:gd name="csY67" fmla="*/ 298231 h 750450"/>
                <a:gd name="csX68" fmla="*/ 419472 w 1332855"/>
                <a:gd name="csY68" fmla="*/ 316519 h 750450"/>
                <a:gd name="csX69" fmla="*/ 415408 w 1332855"/>
                <a:gd name="csY69" fmla="*/ 312582 h 750450"/>
                <a:gd name="csX70" fmla="*/ 430775 w 1332855"/>
                <a:gd name="csY70" fmla="*/ 260766 h 750450"/>
                <a:gd name="csX71" fmla="*/ 442967 w 1332855"/>
                <a:gd name="csY71" fmla="*/ 265592 h 750450"/>
                <a:gd name="csX72" fmla="*/ 438522 w 1332855"/>
                <a:gd name="csY72" fmla="*/ 298231 h 750450"/>
                <a:gd name="csX73" fmla="*/ 385690 w 1332855"/>
                <a:gd name="csY73" fmla="*/ 307629 h 750450"/>
                <a:gd name="csX74" fmla="*/ 375911 w 1332855"/>
                <a:gd name="csY74" fmla="*/ 281340 h 750450"/>
                <a:gd name="csX75" fmla="*/ 385690 w 1332855"/>
                <a:gd name="csY75" fmla="*/ 307629 h 750450"/>
                <a:gd name="csX76" fmla="*/ 543170 w 1332855"/>
                <a:gd name="csY76" fmla="*/ 385099 h 750450"/>
                <a:gd name="csX77" fmla="*/ 520437 w 1332855"/>
                <a:gd name="csY77" fmla="*/ 378114 h 750450"/>
                <a:gd name="csX78" fmla="*/ 484877 w 1332855"/>
                <a:gd name="csY78" fmla="*/ 310042 h 750450"/>
                <a:gd name="csX79" fmla="*/ 543170 w 1332855"/>
                <a:gd name="csY79" fmla="*/ 385099 h 750450"/>
                <a:gd name="csX80" fmla="*/ 238624 w 1332855"/>
                <a:gd name="csY80" fmla="*/ 416341 h 750450"/>
                <a:gd name="csX81" fmla="*/ 122800 w 1332855"/>
                <a:gd name="csY81" fmla="*/ 352968 h 750450"/>
                <a:gd name="csX82" fmla="*/ 134611 w 1332855"/>
                <a:gd name="csY82" fmla="*/ 348904 h 750450"/>
                <a:gd name="csX83" fmla="*/ 97781 w 1332855"/>
                <a:gd name="csY83" fmla="*/ 356524 h 750450"/>
                <a:gd name="csX84" fmla="*/ 80636 w 1332855"/>
                <a:gd name="csY84" fmla="*/ 374939 h 750450"/>
                <a:gd name="csX85" fmla="*/ 66666 w 1332855"/>
                <a:gd name="csY85" fmla="*/ 347761 h 750450"/>
                <a:gd name="csX86" fmla="*/ 101083 w 1332855"/>
                <a:gd name="csY86" fmla="*/ 311566 h 750450"/>
                <a:gd name="csX87" fmla="*/ 171060 w 1332855"/>
                <a:gd name="csY87" fmla="*/ 347380 h 750450"/>
                <a:gd name="csX88" fmla="*/ 238751 w 1332855"/>
                <a:gd name="csY88" fmla="*/ 416468 h 750450"/>
                <a:gd name="csX89" fmla="*/ 761610 w 1332855"/>
                <a:gd name="csY89" fmla="*/ 507527 h 750450"/>
                <a:gd name="csX90" fmla="*/ 618100 w 1332855"/>
                <a:gd name="csY90" fmla="*/ 572551 h 750450"/>
                <a:gd name="csX91" fmla="*/ 522469 w 1332855"/>
                <a:gd name="csY91" fmla="*/ 518830 h 750450"/>
                <a:gd name="csX92" fmla="*/ 353813 w 1332855"/>
                <a:gd name="csY92" fmla="*/ 397545 h 750450"/>
                <a:gd name="csX93" fmla="*/ 558156 w 1332855"/>
                <a:gd name="csY93" fmla="*/ 500669 h 750450"/>
                <a:gd name="csX94" fmla="*/ 637277 w 1332855"/>
                <a:gd name="csY94" fmla="*/ 496986 h 750450"/>
                <a:gd name="csX95" fmla="*/ 609337 w 1332855"/>
                <a:gd name="csY95" fmla="*/ 529117 h 750450"/>
                <a:gd name="csX96" fmla="*/ 661915 w 1332855"/>
                <a:gd name="csY96" fmla="*/ 509432 h 750450"/>
                <a:gd name="csX97" fmla="*/ 676647 w 1332855"/>
                <a:gd name="csY97" fmla="*/ 439963 h 750450"/>
                <a:gd name="csX98" fmla="*/ 761483 w 1332855"/>
                <a:gd name="csY98" fmla="*/ 507527 h 750450"/>
                <a:gd name="csX99" fmla="*/ 50410 w 1332855"/>
                <a:gd name="csY99" fmla="*/ 361858 h 750450"/>
                <a:gd name="csX100" fmla="*/ 58157 w 1332855"/>
                <a:gd name="csY100" fmla="*/ 387766 h 750450"/>
                <a:gd name="csX101" fmla="*/ 44822 w 1332855"/>
                <a:gd name="csY101" fmla="*/ 392338 h 750450"/>
                <a:gd name="csX102" fmla="*/ 43552 w 1332855"/>
                <a:gd name="csY102" fmla="*/ 331886 h 750450"/>
                <a:gd name="csX103" fmla="*/ 50410 w 1332855"/>
                <a:gd name="csY103" fmla="*/ 361985 h 750450"/>
                <a:gd name="csX104" fmla="*/ 295774 w 1332855"/>
                <a:gd name="csY104" fmla="*/ 406689 h 750450"/>
                <a:gd name="csX105" fmla="*/ 258690 w 1332855"/>
                <a:gd name="csY105" fmla="*/ 408340 h 750450"/>
                <a:gd name="csX106" fmla="*/ 270247 w 1332855"/>
                <a:gd name="csY106" fmla="*/ 399323 h 750450"/>
                <a:gd name="csX107" fmla="*/ 295774 w 1332855"/>
                <a:gd name="csY107" fmla="*/ 406689 h 750450"/>
                <a:gd name="csX108" fmla="*/ 12310 w 1332855"/>
                <a:gd name="csY108" fmla="*/ 364779 h 750450"/>
                <a:gd name="csX109" fmla="*/ 17263 w 1332855"/>
                <a:gd name="csY109" fmla="*/ 403260 h 750450"/>
                <a:gd name="csX110" fmla="*/ 56887 w 1332855"/>
                <a:gd name="csY110" fmla="*/ 416722 h 750450"/>
                <a:gd name="csX111" fmla="*/ 65269 w 1332855"/>
                <a:gd name="csY111" fmla="*/ 415706 h 750450"/>
                <a:gd name="csX112" fmla="*/ 46473 w 1332855"/>
                <a:gd name="csY112" fmla="*/ 431454 h 750450"/>
                <a:gd name="csX113" fmla="*/ 4436 w 1332855"/>
                <a:gd name="csY113" fmla="*/ 411515 h 750450"/>
                <a:gd name="csX114" fmla="*/ 245 w 1332855"/>
                <a:gd name="csY114" fmla="*/ 379765 h 750450"/>
                <a:gd name="csX115" fmla="*/ 12310 w 1332855"/>
                <a:gd name="csY115" fmla="*/ 364652 h 750450"/>
                <a:gd name="csX116" fmla="*/ 612766 w 1332855"/>
                <a:gd name="csY116" fmla="*/ 179867 h 750450"/>
                <a:gd name="csX117" fmla="*/ 716525 w 1332855"/>
                <a:gd name="csY117" fmla="*/ 236001 h 750450"/>
                <a:gd name="csX118" fmla="*/ 1016880 w 1332855"/>
                <a:gd name="csY118" fmla="*/ 368843 h 750450"/>
                <a:gd name="csX119" fmla="*/ 1332856 w 1332855"/>
                <a:gd name="csY119" fmla="*/ 415960 h 750450"/>
                <a:gd name="csX120" fmla="*/ 833746 w 1332855"/>
                <a:gd name="csY120" fmla="*/ 366938 h 750450"/>
                <a:gd name="csX121" fmla="*/ 612893 w 1332855"/>
                <a:gd name="csY121" fmla="*/ 179867 h 750450"/>
                <a:gd name="csX122" fmla="*/ 1317616 w 1332855"/>
                <a:gd name="csY122" fmla="*/ 750097 h 750450"/>
                <a:gd name="csX123" fmla="*/ 645913 w 1332855"/>
                <a:gd name="csY123" fmla="*/ 585378 h 750450"/>
                <a:gd name="csX124" fmla="*/ 613147 w 1332855"/>
                <a:gd name="csY124" fmla="*/ 604809 h 750450"/>
                <a:gd name="csX125" fmla="*/ 601082 w 1332855"/>
                <a:gd name="csY125" fmla="*/ 589061 h 750450"/>
                <a:gd name="csX126" fmla="*/ 497323 w 1332855"/>
                <a:gd name="csY126" fmla="*/ 538388 h 750450"/>
                <a:gd name="csX127" fmla="*/ 483607 w 1332855"/>
                <a:gd name="csY127" fmla="*/ 550961 h 750450"/>
                <a:gd name="csX128" fmla="*/ 283836 w 1332855"/>
                <a:gd name="csY128" fmla="*/ 598586 h 750450"/>
                <a:gd name="csX129" fmla="*/ 248022 w 1332855"/>
                <a:gd name="csY129" fmla="*/ 560105 h 750450"/>
                <a:gd name="csX130" fmla="*/ 81525 w 1332855"/>
                <a:gd name="csY130" fmla="*/ 401609 h 750450"/>
                <a:gd name="csX131" fmla="*/ 40504 w 1332855"/>
                <a:gd name="csY131" fmla="*/ 408213 h 750450"/>
                <a:gd name="csX132" fmla="*/ 18533 w 1332855"/>
                <a:gd name="csY132" fmla="*/ 377098 h 750450"/>
                <a:gd name="csX133" fmla="*/ 31868 w 1332855"/>
                <a:gd name="csY133" fmla="*/ 324901 h 750450"/>
                <a:gd name="csX134" fmla="*/ 66793 w 1332855"/>
                <a:gd name="csY134" fmla="*/ 305851 h 750450"/>
                <a:gd name="csX135" fmla="*/ 134992 w 1332855"/>
                <a:gd name="csY135" fmla="*/ 306359 h 750450"/>
                <a:gd name="csX136" fmla="*/ 199000 w 1332855"/>
                <a:gd name="csY136" fmla="*/ 349031 h 750450"/>
                <a:gd name="csX137" fmla="*/ 216653 w 1332855"/>
                <a:gd name="csY137" fmla="*/ 326679 h 750450"/>
                <a:gd name="csX138" fmla="*/ 218685 w 1332855"/>
                <a:gd name="csY138" fmla="*/ 296326 h 750450"/>
                <a:gd name="csX139" fmla="*/ 266310 w 1332855"/>
                <a:gd name="csY139" fmla="*/ 269021 h 750450"/>
                <a:gd name="csX140" fmla="*/ 361941 w 1332855"/>
                <a:gd name="csY140" fmla="*/ 295945 h 750450"/>
                <a:gd name="csX141" fmla="*/ 350130 w 1332855"/>
                <a:gd name="csY141" fmla="*/ 258226 h 750450"/>
                <a:gd name="csX142" fmla="*/ 297298 w 1332855"/>
                <a:gd name="csY142" fmla="*/ 227238 h 750450"/>
                <a:gd name="csX143" fmla="*/ 280788 w 1332855"/>
                <a:gd name="csY143" fmla="*/ 190662 h 750450"/>
                <a:gd name="csX144" fmla="*/ 282185 w 1332855"/>
                <a:gd name="csY144" fmla="*/ 184312 h 750450"/>
                <a:gd name="csX145" fmla="*/ 307077 w 1332855"/>
                <a:gd name="csY145" fmla="*/ 222666 h 750450"/>
                <a:gd name="csX146" fmla="*/ 315967 w 1332855"/>
                <a:gd name="csY146" fmla="*/ 222285 h 750450"/>
                <a:gd name="csX147" fmla="*/ 291710 w 1332855"/>
                <a:gd name="csY147" fmla="*/ 170850 h 750450"/>
                <a:gd name="csX148" fmla="*/ 293488 w 1332855"/>
                <a:gd name="csY148" fmla="*/ 162468 h 750450"/>
                <a:gd name="csX149" fmla="*/ 375022 w 1332855"/>
                <a:gd name="csY149" fmla="*/ 131353 h 750450"/>
                <a:gd name="csX150" fmla="*/ 426330 w 1332855"/>
                <a:gd name="csY150" fmla="*/ 76235 h 750450"/>
                <a:gd name="csX151" fmla="*/ 500117 w 1332855"/>
                <a:gd name="csY151" fmla="*/ 10195 h 750450"/>
                <a:gd name="csX152" fmla="*/ 553711 w 1332855"/>
                <a:gd name="csY152" fmla="*/ 6258 h 750450"/>
                <a:gd name="csX153" fmla="*/ 503292 w 1332855"/>
                <a:gd name="csY153" fmla="*/ 47533 h 750450"/>
                <a:gd name="csX154" fmla="*/ 437379 w 1332855"/>
                <a:gd name="csY154" fmla="*/ 76870 h 750450"/>
                <a:gd name="csX155" fmla="*/ 387214 w 1332855"/>
                <a:gd name="csY155" fmla="*/ 125130 h 750450"/>
                <a:gd name="csX156" fmla="*/ 434331 w 1332855"/>
                <a:gd name="csY156" fmla="*/ 112049 h 750450"/>
                <a:gd name="csX157" fmla="*/ 490084 w 1332855"/>
                <a:gd name="csY157" fmla="*/ 150276 h 750450"/>
                <a:gd name="csX158" fmla="*/ 488687 w 1332855"/>
                <a:gd name="csY158" fmla="*/ 155356 h 750450"/>
                <a:gd name="csX159" fmla="*/ 386706 w 1332855"/>
                <a:gd name="csY159" fmla="*/ 138084 h 750450"/>
                <a:gd name="csX160" fmla="*/ 316602 w 1332855"/>
                <a:gd name="csY160" fmla="*/ 167294 h 750450"/>
                <a:gd name="csX161" fmla="*/ 335906 w 1332855"/>
                <a:gd name="csY161" fmla="*/ 180248 h 750450"/>
                <a:gd name="csX162" fmla="*/ 317618 w 1332855"/>
                <a:gd name="csY162" fmla="*/ 193964 h 750450"/>
                <a:gd name="csX163" fmla="*/ 349622 w 1332855"/>
                <a:gd name="csY163" fmla="*/ 240446 h 750450"/>
                <a:gd name="csX164" fmla="*/ 386579 w 1332855"/>
                <a:gd name="csY164" fmla="*/ 221904 h 750450"/>
                <a:gd name="csX165" fmla="*/ 413249 w 1332855"/>
                <a:gd name="csY165" fmla="*/ 282610 h 750450"/>
                <a:gd name="csX166" fmla="*/ 399279 w 1332855"/>
                <a:gd name="csY166" fmla="*/ 317027 h 750450"/>
                <a:gd name="csX167" fmla="*/ 449698 w 1332855"/>
                <a:gd name="csY167" fmla="*/ 338744 h 750450"/>
                <a:gd name="csX168" fmla="*/ 494529 w 1332855"/>
                <a:gd name="csY168" fmla="*/ 365922 h 750450"/>
                <a:gd name="csX169" fmla="*/ 497069 w 1332855"/>
                <a:gd name="csY169" fmla="*/ 364271 h 750450"/>
                <a:gd name="csX170" fmla="*/ 456810 w 1332855"/>
                <a:gd name="csY170" fmla="*/ 274228 h 750450"/>
                <a:gd name="csX171" fmla="*/ 572888 w 1332855"/>
                <a:gd name="csY171" fmla="*/ 391449 h 750450"/>
                <a:gd name="csX172" fmla="*/ 541392 w 1332855"/>
                <a:gd name="csY172" fmla="*/ 239430 h 750450"/>
                <a:gd name="csX173" fmla="*/ 629403 w 1332855"/>
                <a:gd name="csY173" fmla="*/ 405673 h 750450"/>
                <a:gd name="csX174" fmla="*/ 654422 w 1332855"/>
                <a:gd name="csY174" fmla="*/ 432978 h 750450"/>
                <a:gd name="csX175" fmla="*/ 500752 w 1332855"/>
                <a:gd name="csY175" fmla="*/ 389290 h 750450"/>
                <a:gd name="csX176" fmla="*/ 439919 w 1332855"/>
                <a:gd name="csY176" fmla="*/ 354365 h 750450"/>
                <a:gd name="csX177" fmla="*/ 302251 w 1332855"/>
                <a:gd name="csY177" fmla="*/ 276641 h 750450"/>
                <a:gd name="csX178" fmla="*/ 279010 w 1332855"/>
                <a:gd name="csY178" fmla="*/ 282737 h 750450"/>
                <a:gd name="csX179" fmla="*/ 306823 w 1332855"/>
                <a:gd name="csY179" fmla="*/ 317281 h 750450"/>
                <a:gd name="csX180" fmla="*/ 232147 w 1332855"/>
                <a:gd name="csY180" fmla="*/ 305851 h 750450"/>
                <a:gd name="csX181" fmla="*/ 244593 w 1332855"/>
                <a:gd name="csY181" fmla="*/ 330489 h 750450"/>
                <a:gd name="csX182" fmla="*/ 281677 w 1332855"/>
                <a:gd name="csY182" fmla="*/ 342808 h 750450"/>
                <a:gd name="csX183" fmla="*/ 276597 w 1332855"/>
                <a:gd name="csY183" fmla="*/ 346110 h 750450"/>
                <a:gd name="csX184" fmla="*/ 213097 w 1332855"/>
                <a:gd name="csY184" fmla="*/ 354619 h 750450"/>
                <a:gd name="csX185" fmla="*/ 238243 w 1332855"/>
                <a:gd name="csY185" fmla="*/ 401863 h 750450"/>
                <a:gd name="csX186" fmla="*/ 256404 w 1332855"/>
                <a:gd name="csY186" fmla="*/ 399196 h 750450"/>
                <a:gd name="csX187" fmla="*/ 233290 w 1332855"/>
                <a:gd name="csY187" fmla="*/ 383321 h 750450"/>
                <a:gd name="csX188" fmla="*/ 333112 w 1332855"/>
                <a:gd name="csY188" fmla="*/ 411134 h 750450"/>
                <a:gd name="csX189" fmla="*/ 327016 w 1332855"/>
                <a:gd name="csY189" fmla="*/ 387766 h 750450"/>
                <a:gd name="csX190" fmla="*/ 480559 w 1332855"/>
                <a:gd name="csY190" fmla="*/ 515147 h 750450"/>
                <a:gd name="csX191" fmla="*/ 617973 w 1332855"/>
                <a:gd name="csY191" fmla="*/ 588045 h 750450"/>
                <a:gd name="csX192" fmla="*/ 789677 w 1332855"/>
                <a:gd name="csY192" fmla="*/ 532419 h 750450"/>
                <a:gd name="csX193" fmla="*/ 780533 w 1332855"/>
                <a:gd name="csY193" fmla="*/ 554644 h 750450"/>
                <a:gd name="csX194" fmla="*/ 812664 w 1332855"/>
                <a:gd name="csY194" fmla="*/ 611159 h 750450"/>
                <a:gd name="csX195" fmla="*/ 1317997 w 1332855"/>
                <a:gd name="csY195" fmla="*/ 750351 h 750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</a:cxnLst>
              <a:rect l="l" t="t" r="r" b="b"/>
              <a:pathLst>
                <a:path w="1332855" h="750450">
                  <a:moveTo>
                    <a:pt x="358639" y="447710"/>
                  </a:moveTo>
                  <a:cubicBezTo>
                    <a:pt x="358639" y="447710"/>
                    <a:pt x="395977" y="478571"/>
                    <a:pt x="424806" y="499653"/>
                  </a:cubicBezTo>
                  <a:cubicBezTo>
                    <a:pt x="382261" y="501177"/>
                    <a:pt x="380102" y="520354"/>
                    <a:pt x="355972" y="528101"/>
                  </a:cubicBezTo>
                  <a:cubicBezTo>
                    <a:pt x="329048" y="540674"/>
                    <a:pt x="277232" y="548802"/>
                    <a:pt x="285106" y="542325"/>
                  </a:cubicBezTo>
                  <a:cubicBezTo>
                    <a:pt x="292091" y="536610"/>
                    <a:pt x="240402" y="517687"/>
                    <a:pt x="209668" y="494827"/>
                  </a:cubicBezTo>
                  <a:cubicBezTo>
                    <a:pt x="139691" y="424850"/>
                    <a:pt x="90288" y="390941"/>
                    <a:pt x="90288" y="390941"/>
                  </a:cubicBezTo>
                  <a:cubicBezTo>
                    <a:pt x="90288" y="390941"/>
                    <a:pt x="103750" y="362874"/>
                    <a:pt x="124324" y="373796"/>
                  </a:cubicBezTo>
                  <a:cubicBezTo>
                    <a:pt x="170552" y="398434"/>
                    <a:pt x="274311" y="466125"/>
                    <a:pt x="283201" y="467522"/>
                  </a:cubicBezTo>
                  <a:cubicBezTo>
                    <a:pt x="308601" y="471586"/>
                    <a:pt x="307458" y="466887"/>
                    <a:pt x="318507" y="464093"/>
                  </a:cubicBezTo>
                  <a:cubicBezTo>
                    <a:pt x="316856" y="471840"/>
                    <a:pt x="312030" y="474888"/>
                    <a:pt x="302632" y="475777"/>
                  </a:cubicBezTo>
                  <a:cubicBezTo>
                    <a:pt x="313681" y="480349"/>
                    <a:pt x="324349" y="480349"/>
                    <a:pt x="336160" y="476031"/>
                  </a:cubicBezTo>
                  <a:cubicBezTo>
                    <a:pt x="351654" y="468919"/>
                    <a:pt x="353813" y="462188"/>
                    <a:pt x="358512" y="447710"/>
                  </a:cubicBezTo>
                  <a:moveTo>
                    <a:pt x="611623" y="209204"/>
                  </a:moveTo>
                  <a:cubicBezTo>
                    <a:pt x="611623" y="209204"/>
                    <a:pt x="730495" y="342935"/>
                    <a:pt x="779263" y="375066"/>
                  </a:cubicBezTo>
                  <a:cubicBezTo>
                    <a:pt x="827904" y="407197"/>
                    <a:pt x="919598" y="443900"/>
                    <a:pt x="967350" y="460410"/>
                  </a:cubicBezTo>
                  <a:cubicBezTo>
                    <a:pt x="1015102" y="476920"/>
                    <a:pt x="1132196" y="481365"/>
                    <a:pt x="1132196" y="485048"/>
                  </a:cubicBezTo>
                  <a:cubicBezTo>
                    <a:pt x="1132196" y="488731"/>
                    <a:pt x="1049392" y="501304"/>
                    <a:pt x="1016372" y="500415"/>
                  </a:cubicBezTo>
                  <a:cubicBezTo>
                    <a:pt x="983352" y="499526"/>
                    <a:pt x="880863" y="515274"/>
                    <a:pt x="814950" y="464474"/>
                  </a:cubicBezTo>
                  <a:cubicBezTo>
                    <a:pt x="697729" y="374177"/>
                    <a:pt x="611750" y="209204"/>
                    <a:pt x="611750" y="209204"/>
                  </a:cubicBezTo>
                  <a:moveTo>
                    <a:pt x="606924" y="145069"/>
                  </a:moveTo>
                  <a:cubicBezTo>
                    <a:pt x="606924" y="145069"/>
                    <a:pt x="647056" y="159801"/>
                    <a:pt x="676393" y="163992"/>
                  </a:cubicBezTo>
                  <a:cubicBezTo>
                    <a:pt x="705857" y="168183"/>
                    <a:pt x="902961" y="191043"/>
                    <a:pt x="975732" y="230540"/>
                  </a:cubicBezTo>
                  <a:cubicBezTo>
                    <a:pt x="1034025" y="262163"/>
                    <a:pt x="1054980" y="293786"/>
                    <a:pt x="1077459" y="304200"/>
                  </a:cubicBezTo>
                  <a:cubicBezTo>
                    <a:pt x="1099811" y="314614"/>
                    <a:pt x="1139943" y="317154"/>
                    <a:pt x="1139943" y="321726"/>
                  </a:cubicBezTo>
                  <a:cubicBezTo>
                    <a:pt x="1139943" y="326298"/>
                    <a:pt x="1139943" y="321726"/>
                    <a:pt x="1139943" y="321726"/>
                  </a:cubicBezTo>
                  <a:cubicBezTo>
                    <a:pt x="1139943" y="321726"/>
                    <a:pt x="1108320" y="336331"/>
                    <a:pt x="1026278" y="318170"/>
                  </a:cubicBezTo>
                  <a:cubicBezTo>
                    <a:pt x="944236" y="299882"/>
                    <a:pt x="895849" y="259242"/>
                    <a:pt x="801234" y="229016"/>
                  </a:cubicBezTo>
                  <a:cubicBezTo>
                    <a:pt x="706492" y="198917"/>
                    <a:pt x="695951" y="198917"/>
                    <a:pt x="661661" y="179359"/>
                  </a:cubicBezTo>
                  <a:cubicBezTo>
                    <a:pt x="627371" y="159674"/>
                    <a:pt x="606924" y="144942"/>
                    <a:pt x="606924" y="144942"/>
                  </a:cubicBezTo>
                  <a:moveTo>
                    <a:pt x="551552" y="106969"/>
                  </a:moveTo>
                  <a:cubicBezTo>
                    <a:pt x="551806" y="106207"/>
                    <a:pt x="589906" y="113573"/>
                    <a:pt x="608702" y="110652"/>
                  </a:cubicBezTo>
                  <a:cubicBezTo>
                    <a:pt x="627879" y="107604"/>
                    <a:pt x="733797" y="71790"/>
                    <a:pt x="802504" y="80934"/>
                  </a:cubicBezTo>
                  <a:cubicBezTo>
                    <a:pt x="871211" y="89951"/>
                    <a:pt x="918709" y="151419"/>
                    <a:pt x="940553" y="167802"/>
                  </a:cubicBezTo>
                  <a:cubicBezTo>
                    <a:pt x="962397" y="184185"/>
                    <a:pt x="995290" y="188884"/>
                    <a:pt x="995290" y="192186"/>
                  </a:cubicBezTo>
                  <a:cubicBezTo>
                    <a:pt x="995290" y="195488"/>
                    <a:pt x="976367" y="195615"/>
                    <a:pt x="949062" y="190789"/>
                  </a:cubicBezTo>
                  <a:cubicBezTo>
                    <a:pt x="921757" y="185963"/>
                    <a:pt x="877942" y="152689"/>
                    <a:pt x="780152" y="144180"/>
                  </a:cubicBezTo>
                  <a:cubicBezTo>
                    <a:pt x="682362" y="135671"/>
                    <a:pt x="686045" y="144815"/>
                    <a:pt x="644643" y="136306"/>
                  </a:cubicBezTo>
                  <a:cubicBezTo>
                    <a:pt x="603241" y="127797"/>
                    <a:pt x="551425" y="107858"/>
                    <a:pt x="551679" y="107096"/>
                  </a:cubicBezTo>
                  <a:moveTo>
                    <a:pt x="497323" y="84998"/>
                  </a:moveTo>
                  <a:cubicBezTo>
                    <a:pt x="497323" y="84998"/>
                    <a:pt x="540630" y="102143"/>
                    <a:pt x="591557" y="93507"/>
                  </a:cubicBezTo>
                  <a:cubicBezTo>
                    <a:pt x="642611" y="84998"/>
                    <a:pt x="701539" y="54010"/>
                    <a:pt x="751323" y="60106"/>
                  </a:cubicBezTo>
                  <a:cubicBezTo>
                    <a:pt x="801234" y="66202"/>
                    <a:pt x="796281" y="68615"/>
                    <a:pt x="809108" y="69885"/>
                  </a:cubicBezTo>
                  <a:cubicBezTo>
                    <a:pt x="821935" y="71155"/>
                    <a:pt x="831079" y="70901"/>
                    <a:pt x="831079" y="68107"/>
                  </a:cubicBezTo>
                  <a:cubicBezTo>
                    <a:pt x="831079" y="65313"/>
                    <a:pt x="824348" y="69377"/>
                    <a:pt x="803647" y="55915"/>
                  </a:cubicBezTo>
                  <a:cubicBezTo>
                    <a:pt x="782946" y="42580"/>
                    <a:pt x="730749" y="2448"/>
                    <a:pt x="679060" y="21244"/>
                  </a:cubicBezTo>
                  <a:cubicBezTo>
                    <a:pt x="627371" y="40040"/>
                    <a:pt x="592700" y="69885"/>
                    <a:pt x="568443" y="77124"/>
                  </a:cubicBezTo>
                  <a:cubicBezTo>
                    <a:pt x="544186" y="84363"/>
                    <a:pt x="497323" y="84998"/>
                    <a:pt x="497323" y="84998"/>
                  </a:cubicBezTo>
                  <a:moveTo>
                    <a:pt x="439030" y="76870"/>
                  </a:moveTo>
                  <a:cubicBezTo>
                    <a:pt x="439030" y="76870"/>
                    <a:pt x="488179" y="74203"/>
                    <a:pt x="517389" y="53502"/>
                  </a:cubicBezTo>
                  <a:cubicBezTo>
                    <a:pt x="546599" y="32801"/>
                    <a:pt x="576952" y="-1235"/>
                    <a:pt x="607305" y="35"/>
                  </a:cubicBezTo>
                  <a:cubicBezTo>
                    <a:pt x="637658" y="1305"/>
                    <a:pt x="671059" y="6639"/>
                    <a:pt x="671059" y="9687"/>
                  </a:cubicBezTo>
                  <a:cubicBezTo>
                    <a:pt x="671059" y="11719"/>
                    <a:pt x="650993" y="6131"/>
                    <a:pt x="632832" y="15148"/>
                  </a:cubicBezTo>
                  <a:cubicBezTo>
                    <a:pt x="614544" y="24165"/>
                    <a:pt x="572634" y="58963"/>
                    <a:pt x="533772" y="67980"/>
                  </a:cubicBezTo>
                  <a:cubicBezTo>
                    <a:pt x="494910" y="77124"/>
                    <a:pt x="439030" y="76743"/>
                    <a:pt x="439030" y="76743"/>
                  </a:cubicBezTo>
                  <a:moveTo>
                    <a:pt x="471796" y="171739"/>
                  </a:moveTo>
                  <a:lnTo>
                    <a:pt x="449825" y="171485"/>
                  </a:lnTo>
                  <a:lnTo>
                    <a:pt x="452746" y="178724"/>
                  </a:lnTo>
                  <a:cubicBezTo>
                    <a:pt x="474590" y="190027"/>
                    <a:pt x="494529" y="193710"/>
                    <a:pt x="509896" y="214665"/>
                  </a:cubicBezTo>
                  <a:lnTo>
                    <a:pt x="517135" y="242605"/>
                  </a:lnTo>
                  <a:cubicBezTo>
                    <a:pt x="495418" y="220380"/>
                    <a:pt x="480305" y="204378"/>
                    <a:pt x="448301" y="188884"/>
                  </a:cubicBezTo>
                  <a:cubicBezTo>
                    <a:pt x="462525" y="205140"/>
                    <a:pt x="483353" y="220507"/>
                    <a:pt x="491989" y="242224"/>
                  </a:cubicBezTo>
                  <a:lnTo>
                    <a:pt x="490592" y="248574"/>
                  </a:lnTo>
                  <a:cubicBezTo>
                    <a:pt x="459223" y="219872"/>
                    <a:pt x="426330" y="197520"/>
                    <a:pt x="381118" y="192313"/>
                  </a:cubicBezTo>
                  <a:cubicBezTo>
                    <a:pt x="372736" y="190535"/>
                    <a:pt x="365751" y="194091"/>
                    <a:pt x="357369" y="192313"/>
                  </a:cubicBezTo>
                  <a:cubicBezTo>
                    <a:pt x="372355" y="173517"/>
                    <a:pt x="386071" y="160309"/>
                    <a:pt x="411852" y="152689"/>
                  </a:cubicBezTo>
                  <a:cubicBezTo>
                    <a:pt x="432426" y="159293"/>
                    <a:pt x="449063" y="159801"/>
                    <a:pt x="468875" y="159547"/>
                  </a:cubicBezTo>
                  <a:cubicBezTo>
                    <a:pt x="470526" y="162087"/>
                    <a:pt x="472558" y="167675"/>
                    <a:pt x="471669" y="171993"/>
                  </a:cubicBezTo>
                  <a:moveTo>
                    <a:pt x="438649" y="298231"/>
                  </a:moveTo>
                  <a:cubicBezTo>
                    <a:pt x="433569" y="307248"/>
                    <a:pt x="427981" y="318297"/>
                    <a:pt x="419472" y="316519"/>
                  </a:cubicBezTo>
                  <a:lnTo>
                    <a:pt x="415408" y="312582"/>
                  </a:lnTo>
                  <a:cubicBezTo>
                    <a:pt x="426965" y="299628"/>
                    <a:pt x="431410" y="278546"/>
                    <a:pt x="430775" y="260766"/>
                  </a:cubicBezTo>
                  <a:cubicBezTo>
                    <a:pt x="435855" y="257464"/>
                    <a:pt x="439157" y="262544"/>
                    <a:pt x="442967" y="265592"/>
                  </a:cubicBezTo>
                  <a:cubicBezTo>
                    <a:pt x="442967" y="265592"/>
                    <a:pt x="444745" y="287055"/>
                    <a:pt x="438522" y="298231"/>
                  </a:cubicBezTo>
                  <a:moveTo>
                    <a:pt x="385690" y="307629"/>
                  </a:moveTo>
                  <a:cubicBezTo>
                    <a:pt x="364989" y="312074"/>
                    <a:pt x="380864" y="288960"/>
                    <a:pt x="375911" y="281340"/>
                  </a:cubicBezTo>
                  <a:cubicBezTo>
                    <a:pt x="385563" y="287817"/>
                    <a:pt x="383277" y="298358"/>
                    <a:pt x="385690" y="307629"/>
                  </a:cubicBezTo>
                  <a:moveTo>
                    <a:pt x="543170" y="385099"/>
                  </a:moveTo>
                  <a:lnTo>
                    <a:pt x="520437" y="378114"/>
                  </a:lnTo>
                  <a:cubicBezTo>
                    <a:pt x="509261" y="358175"/>
                    <a:pt x="494402" y="327441"/>
                    <a:pt x="484877" y="310042"/>
                  </a:cubicBezTo>
                  <a:cubicBezTo>
                    <a:pt x="505324" y="327568"/>
                    <a:pt x="527803" y="364271"/>
                    <a:pt x="543170" y="385099"/>
                  </a:cubicBezTo>
                  <a:moveTo>
                    <a:pt x="238624" y="416341"/>
                  </a:moveTo>
                  <a:cubicBezTo>
                    <a:pt x="197095" y="390433"/>
                    <a:pt x="168901" y="373796"/>
                    <a:pt x="122800" y="352968"/>
                  </a:cubicBezTo>
                  <a:cubicBezTo>
                    <a:pt x="127499" y="351698"/>
                    <a:pt x="135373" y="355635"/>
                    <a:pt x="134611" y="348904"/>
                  </a:cubicBezTo>
                  <a:cubicBezTo>
                    <a:pt x="121149" y="339506"/>
                    <a:pt x="107941" y="349920"/>
                    <a:pt x="97781" y="356524"/>
                  </a:cubicBezTo>
                  <a:cubicBezTo>
                    <a:pt x="92193" y="361985"/>
                    <a:pt x="91685" y="375066"/>
                    <a:pt x="80636" y="374939"/>
                  </a:cubicBezTo>
                  <a:cubicBezTo>
                    <a:pt x="67555" y="374431"/>
                    <a:pt x="63872" y="360334"/>
                    <a:pt x="66666" y="347761"/>
                  </a:cubicBezTo>
                  <a:cubicBezTo>
                    <a:pt x="69079" y="326298"/>
                    <a:pt x="77461" y="308645"/>
                    <a:pt x="101083" y="311566"/>
                  </a:cubicBezTo>
                  <a:cubicBezTo>
                    <a:pt x="137405" y="317027"/>
                    <a:pt x="146803" y="326806"/>
                    <a:pt x="171060" y="347380"/>
                  </a:cubicBezTo>
                  <a:cubicBezTo>
                    <a:pt x="192777" y="369605"/>
                    <a:pt x="190872" y="373288"/>
                    <a:pt x="238751" y="416468"/>
                  </a:cubicBezTo>
                  <a:moveTo>
                    <a:pt x="761610" y="507527"/>
                  </a:moveTo>
                  <a:cubicBezTo>
                    <a:pt x="705222" y="524799"/>
                    <a:pt x="618100" y="572551"/>
                    <a:pt x="618100" y="572551"/>
                  </a:cubicBezTo>
                  <a:cubicBezTo>
                    <a:pt x="618100" y="572551"/>
                    <a:pt x="558664" y="535340"/>
                    <a:pt x="522469" y="518830"/>
                  </a:cubicBezTo>
                  <a:cubicBezTo>
                    <a:pt x="458207" y="489747"/>
                    <a:pt x="395342" y="450504"/>
                    <a:pt x="353813" y="397545"/>
                  </a:cubicBezTo>
                  <a:cubicBezTo>
                    <a:pt x="353813" y="397545"/>
                    <a:pt x="477638" y="485810"/>
                    <a:pt x="558156" y="500669"/>
                  </a:cubicBezTo>
                  <a:cubicBezTo>
                    <a:pt x="585588" y="506511"/>
                    <a:pt x="613909" y="503082"/>
                    <a:pt x="637277" y="496986"/>
                  </a:cubicBezTo>
                  <a:cubicBezTo>
                    <a:pt x="637912" y="514766"/>
                    <a:pt x="624196" y="521370"/>
                    <a:pt x="609337" y="529117"/>
                  </a:cubicBezTo>
                  <a:cubicBezTo>
                    <a:pt x="626609" y="530641"/>
                    <a:pt x="648326" y="522005"/>
                    <a:pt x="661915" y="509432"/>
                  </a:cubicBezTo>
                  <a:cubicBezTo>
                    <a:pt x="679060" y="491017"/>
                    <a:pt x="678552" y="462315"/>
                    <a:pt x="676647" y="439963"/>
                  </a:cubicBezTo>
                  <a:cubicBezTo>
                    <a:pt x="702936" y="460918"/>
                    <a:pt x="737734" y="484794"/>
                    <a:pt x="761483" y="507527"/>
                  </a:cubicBezTo>
                  <a:moveTo>
                    <a:pt x="50410" y="361858"/>
                  </a:moveTo>
                  <a:cubicBezTo>
                    <a:pt x="50664" y="370748"/>
                    <a:pt x="53204" y="380019"/>
                    <a:pt x="58157" y="387766"/>
                  </a:cubicBezTo>
                  <a:cubicBezTo>
                    <a:pt x="53077" y="391068"/>
                    <a:pt x="55109" y="398561"/>
                    <a:pt x="44822" y="392338"/>
                  </a:cubicBezTo>
                  <a:cubicBezTo>
                    <a:pt x="17390" y="375447"/>
                    <a:pt x="35297" y="349920"/>
                    <a:pt x="43552" y="331886"/>
                  </a:cubicBezTo>
                  <a:cubicBezTo>
                    <a:pt x="57522" y="328203"/>
                    <a:pt x="43679" y="351698"/>
                    <a:pt x="50410" y="361985"/>
                  </a:cubicBezTo>
                  <a:moveTo>
                    <a:pt x="295774" y="406689"/>
                  </a:moveTo>
                  <a:cubicBezTo>
                    <a:pt x="277994" y="410245"/>
                    <a:pt x="277613" y="420405"/>
                    <a:pt x="258690" y="408340"/>
                  </a:cubicBezTo>
                  <a:cubicBezTo>
                    <a:pt x="264659" y="405927"/>
                    <a:pt x="265802" y="405292"/>
                    <a:pt x="270247" y="399323"/>
                  </a:cubicBezTo>
                  <a:cubicBezTo>
                    <a:pt x="289424" y="404657"/>
                    <a:pt x="283709" y="401101"/>
                    <a:pt x="295774" y="406689"/>
                  </a:cubicBezTo>
                  <a:moveTo>
                    <a:pt x="12310" y="364779"/>
                  </a:moveTo>
                  <a:cubicBezTo>
                    <a:pt x="11294" y="380019"/>
                    <a:pt x="10024" y="390560"/>
                    <a:pt x="17263" y="403260"/>
                  </a:cubicBezTo>
                  <a:cubicBezTo>
                    <a:pt x="24121" y="415198"/>
                    <a:pt x="41266" y="420913"/>
                    <a:pt x="56887" y="416722"/>
                  </a:cubicBezTo>
                  <a:cubicBezTo>
                    <a:pt x="62094" y="415325"/>
                    <a:pt x="61459" y="412658"/>
                    <a:pt x="65269" y="415706"/>
                  </a:cubicBezTo>
                  <a:cubicBezTo>
                    <a:pt x="67682" y="424977"/>
                    <a:pt x="55617" y="428406"/>
                    <a:pt x="46473" y="431454"/>
                  </a:cubicBezTo>
                  <a:cubicBezTo>
                    <a:pt x="29328" y="437296"/>
                    <a:pt x="13707" y="427136"/>
                    <a:pt x="4436" y="411515"/>
                  </a:cubicBezTo>
                  <a:cubicBezTo>
                    <a:pt x="-1914" y="400720"/>
                    <a:pt x="499" y="388655"/>
                    <a:pt x="245" y="379765"/>
                  </a:cubicBezTo>
                  <a:cubicBezTo>
                    <a:pt x="1642" y="373415"/>
                    <a:pt x="7611" y="365922"/>
                    <a:pt x="12310" y="364652"/>
                  </a:cubicBezTo>
                  <a:moveTo>
                    <a:pt x="612766" y="179867"/>
                  </a:moveTo>
                  <a:cubicBezTo>
                    <a:pt x="612766" y="179867"/>
                    <a:pt x="671313" y="216316"/>
                    <a:pt x="716525" y="236001"/>
                  </a:cubicBezTo>
                  <a:cubicBezTo>
                    <a:pt x="761737" y="255686"/>
                    <a:pt x="864099" y="285150"/>
                    <a:pt x="1016880" y="368843"/>
                  </a:cubicBezTo>
                  <a:cubicBezTo>
                    <a:pt x="1107685" y="418500"/>
                    <a:pt x="1332856" y="412277"/>
                    <a:pt x="1332856" y="415960"/>
                  </a:cubicBezTo>
                  <a:cubicBezTo>
                    <a:pt x="1332856" y="419643"/>
                    <a:pt x="981320" y="433105"/>
                    <a:pt x="833746" y="366938"/>
                  </a:cubicBezTo>
                  <a:cubicBezTo>
                    <a:pt x="740909" y="325282"/>
                    <a:pt x="612893" y="179867"/>
                    <a:pt x="612893" y="179867"/>
                  </a:cubicBezTo>
                  <a:moveTo>
                    <a:pt x="1317616" y="750097"/>
                  </a:moveTo>
                  <a:cubicBezTo>
                    <a:pt x="1316727" y="754542"/>
                    <a:pt x="944236" y="718093"/>
                    <a:pt x="645913" y="585378"/>
                  </a:cubicBezTo>
                  <a:lnTo>
                    <a:pt x="613147" y="604809"/>
                  </a:lnTo>
                  <a:cubicBezTo>
                    <a:pt x="602606" y="602523"/>
                    <a:pt x="606924" y="592490"/>
                    <a:pt x="601082" y="589061"/>
                  </a:cubicBezTo>
                  <a:cubicBezTo>
                    <a:pt x="570983" y="565058"/>
                    <a:pt x="533899" y="552739"/>
                    <a:pt x="497323" y="538388"/>
                  </a:cubicBezTo>
                  <a:cubicBezTo>
                    <a:pt x="488433" y="538769"/>
                    <a:pt x="492497" y="550580"/>
                    <a:pt x="483607" y="550961"/>
                  </a:cubicBezTo>
                  <a:cubicBezTo>
                    <a:pt x="413249" y="540420"/>
                    <a:pt x="347463" y="579155"/>
                    <a:pt x="283836" y="598586"/>
                  </a:cubicBezTo>
                  <a:cubicBezTo>
                    <a:pt x="288789" y="575472"/>
                    <a:pt x="258817" y="571281"/>
                    <a:pt x="248022" y="560105"/>
                  </a:cubicBezTo>
                  <a:cubicBezTo>
                    <a:pt x="136897" y="496478"/>
                    <a:pt x="148327" y="439963"/>
                    <a:pt x="81525" y="401609"/>
                  </a:cubicBezTo>
                  <a:cubicBezTo>
                    <a:pt x="70857" y="410372"/>
                    <a:pt x="55236" y="414944"/>
                    <a:pt x="40504" y="408213"/>
                  </a:cubicBezTo>
                  <a:cubicBezTo>
                    <a:pt x="26915" y="402117"/>
                    <a:pt x="22343" y="391449"/>
                    <a:pt x="18533" y="377098"/>
                  </a:cubicBezTo>
                  <a:cubicBezTo>
                    <a:pt x="13072" y="356778"/>
                    <a:pt x="21962" y="340395"/>
                    <a:pt x="31868" y="324901"/>
                  </a:cubicBezTo>
                  <a:cubicBezTo>
                    <a:pt x="41774" y="309407"/>
                    <a:pt x="62221" y="326933"/>
                    <a:pt x="66793" y="305851"/>
                  </a:cubicBezTo>
                  <a:cubicBezTo>
                    <a:pt x="83811" y="298485"/>
                    <a:pt x="105782" y="292770"/>
                    <a:pt x="134992" y="306359"/>
                  </a:cubicBezTo>
                  <a:cubicBezTo>
                    <a:pt x="162170" y="319059"/>
                    <a:pt x="178172" y="330870"/>
                    <a:pt x="199000" y="349031"/>
                  </a:cubicBezTo>
                  <a:cubicBezTo>
                    <a:pt x="201667" y="336458"/>
                    <a:pt x="205858" y="335442"/>
                    <a:pt x="216653" y="326679"/>
                  </a:cubicBezTo>
                  <a:cubicBezTo>
                    <a:pt x="214240" y="317408"/>
                    <a:pt x="208017" y="304962"/>
                    <a:pt x="218685" y="296326"/>
                  </a:cubicBezTo>
                  <a:cubicBezTo>
                    <a:pt x="229099" y="278673"/>
                    <a:pt x="252213" y="283626"/>
                    <a:pt x="266310" y="269021"/>
                  </a:cubicBezTo>
                  <a:cubicBezTo>
                    <a:pt x="300727" y="252130"/>
                    <a:pt x="328667" y="286674"/>
                    <a:pt x="361941" y="295945"/>
                  </a:cubicBezTo>
                  <a:cubicBezTo>
                    <a:pt x="365116" y="281213"/>
                    <a:pt x="358893" y="268894"/>
                    <a:pt x="350130" y="258226"/>
                  </a:cubicBezTo>
                  <a:cubicBezTo>
                    <a:pt x="335906" y="241970"/>
                    <a:pt x="309363" y="242986"/>
                    <a:pt x="297298" y="227238"/>
                  </a:cubicBezTo>
                  <a:cubicBezTo>
                    <a:pt x="293615" y="213268"/>
                    <a:pt x="289551" y="201330"/>
                    <a:pt x="280788" y="190662"/>
                  </a:cubicBezTo>
                  <a:lnTo>
                    <a:pt x="282185" y="184312"/>
                  </a:lnTo>
                  <a:cubicBezTo>
                    <a:pt x="299076" y="187868"/>
                    <a:pt x="301362" y="208188"/>
                    <a:pt x="307077" y="222666"/>
                  </a:cubicBezTo>
                  <a:cubicBezTo>
                    <a:pt x="309617" y="221015"/>
                    <a:pt x="315078" y="226603"/>
                    <a:pt x="315967" y="222285"/>
                  </a:cubicBezTo>
                  <a:cubicBezTo>
                    <a:pt x="311141" y="203616"/>
                    <a:pt x="302505" y="182026"/>
                    <a:pt x="291710" y="170850"/>
                  </a:cubicBezTo>
                  <a:lnTo>
                    <a:pt x="293488" y="162468"/>
                  </a:lnTo>
                  <a:lnTo>
                    <a:pt x="375022" y="131353"/>
                  </a:lnTo>
                  <a:cubicBezTo>
                    <a:pt x="380864" y="103921"/>
                    <a:pt x="401692" y="88554"/>
                    <a:pt x="426330" y="76235"/>
                  </a:cubicBezTo>
                  <a:cubicBezTo>
                    <a:pt x="461128" y="56042"/>
                    <a:pt x="473828" y="20101"/>
                    <a:pt x="500117" y="10195"/>
                  </a:cubicBezTo>
                  <a:cubicBezTo>
                    <a:pt x="516119" y="5115"/>
                    <a:pt x="553711" y="4226"/>
                    <a:pt x="553711" y="6258"/>
                  </a:cubicBezTo>
                  <a:cubicBezTo>
                    <a:pt x="553711" y="8290"/>
                    <a:pt x="520310" y="30134"/>
                    <a:pt x="503292" y="47533"/>
                  </a:cubicBezTo>
                  <a:cubicBezTo>
                    <a:pt x="488179" y="63154"/>
                    <a:pt x="437379" y="76870"/>
                    <a:pt x="437379" y="76870"/>
                  </a:cubicBezTo>
                  <a:cubicBezTo>
                    <a:pt x="437379" y="76870"/>
                    <a:pt x="400422" y="83855"/>
                    <a:pt x="387214" y="125130"/>
                  </a:cubicBezTo>
                  <a:cubicBezTo>
                    <a:pt x="402454" y="126146"/>
                    <a:pt x="418202" y="115351"/>
                    <a:pt x="434331" y="112049"/>
                  </a:cubicBezTo>
                  <a:lnTo>
                    <a:pt x="490084" y="150276"/>
                  </a:lnTo>
                  <a:lnTo>
                    <a:pt x="488687" y="155356"/>
                  </a:lnTo>
                  <a:cubicBezTo>
                    <a:pt x="459731" y="136052"/>
                    <a:pt x="418075" y="124876"/>
                    <a:pt x="386706" y="138084"/>
                  </a:cubicBezTo>
                  <a:cubicBezTo>
                    <a:pt x="362957" y="146212"/>
                    <a:pt x="340859" y="157007"/>
                    <a:pt x="316602" y="167294"/>
                  </a:cubicBezTo>
                  <a:cubicBezTo>
                    <a:pt x="322444" y="170723"/>
                    <a:pt x="335144" y="173390"/>
                    <a:pt x="335906" y="180248"/>
                  </a:cubicBezTo>
                  <a:lnTo>
                    <a:pt x="317618" y="193964"/>
                  </a:lnTo>
                  <a:cubicBezTo>
                    <a:pt x="322063" y="214665"/>
                    <a:pt x="329429" y="231683"/>
                    <a:pt x="349622" y="240446"/>
                  </a:cubicBezTo>
                  <a:lnTo>
                    <a:pt x="386579" y="221904"/>
                  </a:lnTo>
                  <a:cubicBezTo>
                    <a:pt x="398136" y="239811"/>
                    <a:pt x="418710" y="257337"/>
                    <a:pt x="413249" y="282610"/>
                  </a:cubicBezTo>
                  <a:lnTo>
                    <a:pt x="399279" y="317027"/>
                  </a:lnTo>
                  <a:cubicBezTo>
                    <a:pt x="417821" y="323123"/>
                    <a:pt x="430140" y="347761"/>
                    <a:pt x="449698" y="338744"/>
                  </a:cubicBezTo>
                  <a:cubicBezTo>
                    <a:pt x="469129" y="340649"/>
                    <a:pt x="484115" y="352714"/>
                    <a:pt x="494529" y="365922"/>
                  </a:cubicBezTo>
                  <a:lnTo>
                    <a:pt x="497069" y="364271"/>
                  </a:lnTo>
                  <a:cubicBezTo>
                    <a:pt x="484750" y="339633"/>
                    <a:pt x="456810" y="274228"/>
                    <a:pt x="456810" y="274228"/>
                  </a:cubicBezTo>
                  <a:cubicBezTo>
                    <a:pt x="503292" y="303946"/>
                    <a:pt x="540376" y="347126"/>
                    <a:pt x="572888" y="391449"/>
                  </a:cubicBezTo>
                  <a:cubicBezTo>
                    <a:pt x="556505" y="343951"/>
                    <a:pt x="541392" y="239430"/>
                    <a:pt x="541392" y="239430"/>
                  </a:cubicBezTo>
                  <a:cubicBezTo>
                    <a:pt x="567808" y="291246"/>
                    <a:pt x="585588" y="363382"/>
                    <a:pt x="629403" y="405673"/>
                  </a:cubicBezTo>
                  <a:cubicBezTo>
                    <a:pt x="638166" y="416341"/>
                    <a:pt x="650739" y="419008"/>
                    <a:pt x="654422" y="432978"/>
                  </a:cubicBezTo>
                  <a:cubicBezTo>
                    <a:pt x="607305" y="416341"/>
                    <a:pt x="555616" y="389925"/>
                    <a:pt x="500752" y="389290"/>
                  </a:cubicBezTo>
                  <a:cubicBezTo>
                    <a:pt x="477638" y="384337"/>
                    <a:pt x="462144" y="363509"/>
                    <a:pt x="439919" y="354365"/>
                  </a:cubicBezTo>
                  <a:cubicBezTo>
                    <a:pt x="391532" y="333029"/>
                    <a:pt x="347590" y="301660"/>
                    <a:pt x="302251" y="276641"/>
                  </a:cubicBezTo>
                  <a:cubicBezTo>
                    <a:pt x="293361" y="276895"/>
                    <a:pt x="282439" y="276768"/>
                    <a:pt x="279010" y="282737"/>
                  </a:cubicBezTo>
                  <a:cubicBezTo>
                    <a:pt x="285233" y="295056"/>
                    <a:pt x="298187" y="306613"/>
                    <a:pt x="306823" y="317281"/>
                  </a:cubicBezTo>
                  <a:cubicBezTo>
                    <a:pt x="282693" y="316519"/>
                    <a:pt x="254245" y="264322"/>
                    <a:pt x="232147" y="305851"/>
                  </a:cubicBezTo>
                  <a:cubicBezTo>
                    <a:pt x="225670" y="315503"/>
                    <a:pt x="234941" y="324012"/>
                    <a:pt x="244593" y="330489"/>
                  </a:cubicBezTo>
                  <a:cubicBezTo>
                    <a:pt x="255896" y="339506"/>
                    <a:pt x="272406" y="334172"/>
                    <a:pt x="281677" y="342808"/>
                  </a:cubicBezTo>
                  <a:lnTo>
                    <a:pt x="276597" y="346110"/>
                  </a:lnTo>
                  <a:cubicBezTo>
                    <a:pt x="255134" y="343697"/>
                    <a:pt x="224781" y="330743"/>
                    <a:pt x="213097" y="354619"/>
                  </a:cubicBezTo>
                  <a:cubicBezTo>
                    <a:pt x="206493" y="375193"/>
                    <a:pt x="225797" y="388147"/>
                    <a:pt x="238243" y="401863"/>
                  </a:cubicBezTo>
                  <a:cubicBezTo>
                    <a:pt x="246625" y="403641"/>
                    <a:pt x="250816" y="404530"/>
                    <a:pt x="256404" y="399196"/>
                  </a:cubicBezTo>
                  <a:cubicBezTo>
                    <a:pt x="248022" y="397418"/>
                    <a:pt x="235830" y="392592"/>
                    <a:pt x="233290" y="383321"/>
                  </a:cubicBezTo>
                  <a:cubicBezTo>
                    <a:pt x="267834" y="386242"/>
                    <a:pt x="302759" y="398053"/>
                    <a:pt x="333112" y="411134"/>
                  </a:cubicBezTo>
                  <a:lnTo>
                    <a:pt x="327016" y="387766"/>
                  </a:lnTo>
                  <a:cubicBezTo>
                    <a:pt x="363973" y="441868"/>
                    <a:pt x="421377" y="482635"/>
                    <a:pt x="480559" y="515147"/>
                  </a:cubicBezTo>
                  <a:cubicBezTo>
                    <a:pt x="526787" y="535975"/>
                    <a:pt x="581143" y="553755"/>
                    <a:pt x="617973" y="588045"/>
                  </a:cubicBezTo>
                  <a:cubicBezTo>
                    <a:pt x="670297" y="559470"/>
                    <a:pt x="728209" y="541436"/>
                    <a:pt x="789677" y="532419"/>
                  </a:cubicBezTo>
                  <a:cubicBezTo>
                    <a:pt x="789677" y="532419"/>
                    <a:pt x="789804" y="552231"/>
                    <a:pt x="780533" y="554644"/>
                  </a:cubicBezTo>
                  <a:cubicBezTo>
                    <a:pt x="802631" y="574710"/>
                    <a:pt x="783327" y="593887"/>
                    <a:pt x="812664" y="611159"/>
                  </a:cubicBezTo>
                  <a:cubicBezTo>
                    <a:pt x="1040121" y="699932"/>
                    <a:pt x="1318759" y="745779"/>
                    <a:pt x="1317997" y="750351"/>
                  </a:cubicBezTo>
                </a:path>
              </a:pathLst>
            </a:custGeom>
            <a:solidFill>
              <a:schemeClr val="bg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188A9B-8915-B5FA-ADCF-3245A227441A}"/>
                </a:ext>
              </a:extLst>
            </p:cNvPr>
            <p:cNvSpPr/>
            <p:nvPr/>
          </p:nvSpPr>
          <p:spPr>
            <a:xfrm>
              <a:off x="1104646" y="1279271"/>
              <a:ext cx="2267331" cy="557402"/>
            </a:xfrm>
            <a:custGeom>
              <a:avLst/>
              <a:gdLst>
                <a:gd name="csX0" fmla="*/ 2267331 w 2267331"/>
                <a:gd name="csY0" fmla="*/ 385064 h 557402"/>
                <a:gd name="csX1" fmla="*/ 2230628 w 2267331"/>
                <a:gd name="csY1" fmla="*/ 348361 h 557402"/>
                <a:gd name="csX2" fmla="*/ 2194052 w 2267331"/>
                <a:gd name="csY2" fmla="*/ 385064 h 557402"/>
                <a:gd name="csX3" fmla="*/ 2230628 w 2267331"/>
                <a:gd name="csY3" fmla="*/ 421640 h 557402"/>
                <a:gd name="csX4" fmla="*/ 2267331 w 2267331"/>
                <a:gd name="csY4" fmla="*/ 385064 h 557402"/>
                <a:gd name="csX5" fmla="*/ 2263648 w 2267331"/>
                <a:gd name="csY5" fmla="*/ 385064 h 557402"/>
                <a:gd name="csX6" fmla="*/ 2230501 w 2267331"/>
                <a:gd name="csY6" fmla="*/ 418211 h 557402"/>
                <a:gd name="csX7" fmla="*/ 2197735 w 2267331"/>
                <a:gd name="csY7" fmla="*/ 385064 h 557402"/>
                <a:gd name="csX8" fmla="*/ 2230628 w 2267331"/>
                <a:gd name="csY8" fmla="*/ 352171 h 557402"/>
                <a:gd name="csX9" fmla="*/ 2263648 w 2267331"/>
                <a:gd name="csY9" fmla="*/ 385191 h 557402"/>
                <a:gd name="csX10" fmla="*/ 2251837 w 2267331"/>
                <a:gd name="csY10" fmla="*/ 405511 h 557402"/>
                <a:gd name="csX11" fmla="*/ 2251837 w 2267331"/>
                <a:gd name="csY11" fmla="*/ 403733 h 557402"/>
                <a:gd name="csX12" fmla="*/ 2246757 w 2267331"/>
                <a:gd name="csY12" fmla="*/ 400685 h 557402"/>
                <a:gd name="csX13" fmla="*/ 2234946 w 2267331"/>
                <a:gd name="csY13" fmla="*/ 384937 h 557402"/>
                <a:gd name="csX14" fmla="*/ 2245360 w 2267331"/>
                <a:gd name="csY14" fmla="*/ 374269 h 557402"/>
                <a:gd name="csX15" fmla="*/ 2230882 w 2267331"/>
                <a:gd name="csY15" fmla="*/ 362839 h 557402"/>
                <a:gd name="csX16" fmla="*/ 2212086 w 2267331"/>
                <a:gd name="csY16" fmla="*/ 362839 h 557402"/>
                <a:gd name="csX17" fmla="*/ 2212086 w 2267331"/>
                <a:gd name="csY17" fmla="*/ 364744 h 557402"/>
                <a:gd name="csX18" fmla="*/ 2216785 w 2267331"/>
                <a:gd name="csY18" fmla="*/ 369951 h 557402"/>
                <a:gd name="csX19" fmla="*/ 2216785 w 2267331"/>
                <a:gd name="csY19" fmla="*/ 398653 h 557402"/>
                <a:gd name="csX20" fmla="*/ 2211451 w 2267331"/>
                <a:gd name="csY20" fmla="*/ 403860 h 557402"/>
                <a:gd name="csX21" fmla="*/ 2211451 w 2267331"/>
                <a:gd name="csY21" fmla="*/ 405384 h 557402"/>
                <a:gd name="csX22" fmla="*/ 2229485 w 2267331"/>
                <a:gd name="csY22" fmla="*/ 405384 h 557402"/>
                <a:gd name="csX23" fmla="*/ 2229485 w 2267331"/>
                <a:gd name="csY23" fmla="*/ 403606 h 557402"/>
                <a:gd name="csX24" fmla="*/ 2223897 w 2267331"/>
                <a:gd name="csY24" fmla="*/ 400304 h 557402"/>
                <a:gd name="csX25" fmla="*/ 2223897 w 2267331"/>
                <a:gd name="csY25" fmla="*/ 385572 h 557402"/>
                <a:gd name="csX26" fmla="*/ 2227326 w 2267331"/>
                <a:gd name="csY26" fmla="*/ 385572 h 557402"/>
                <a:gd name="csX27" fmla="*/ 2241931 w 2267331"/>
                <a:gd name="csY27" fmla="*/ 405384 h 557402"/>
                <a:gd name="csX28" fmla="*/ 2251837 w 2267331"/>
                <a:gd name="csY28" fmla="*/ 405384 h 557402"/>
                <a:gd name="csX29" fmla="*/ 2238375 w 2267331"/>
                <a:gd name="csY29" fmla="*/ 374523 h 557402"/>
                <a:gd name="csX30" fmla="*/ 2223897 w 2267331"/>
                <a:gd name="csY30" fmla="*/ 383286 h 557402"/>
                <a:gd name="csX31" fmla="*/ 2223897 w 2267331"/>
                <a:gd name="csY31" fmla="*/ 366522 h 557402"/>
                <a:gd name="csX32" fmla="*/ 2225802 w 2267331"/>
                <a:gd name="csY32" fmla="*/ 366522 h 557402"/>
                <a:gd name="csX33" fmla="*/ 2238375 w 2267331"/>
                <a:gd name="csY33" fmla="*/ 374650 h 557402"/>
                <a:gd name="csX34" fmla="*/ 394335 w 2267331"/>
                <a:gd name="csY34" fmla="*/ 127 h 557402"/>
                <a:gd name="csX35" fmla="*/ 441833 w 2267331"/>
                <a:gd name="csY35" fmla="*/ 47625 h 557402"/>
                <a:gd name="csX36" fmla="*/ 393446 w 2267331"/>
                <a:gd name="csY36" fmla="*/ 95123 h 557402"/>
                <a:gd name="csX37" fmla="*/ 345186 w 2267331"/>
                <a:gd name="csY37" fmla="*/ 48387 h 557402"/>
                <a:gd name="csX38" fmla="*/ 394335 w 2267331"/>
                <a:gd name="csY38" fmla="*/ 0 h 557402"/>
                <a:gd name="csX39" fmla="*/ 435991 w 2267331"/>
                <a:gd name="csY39" fmla="*/ 129413 h 557402"/>
                <a:gd name="csX40" fmla="*/ 435991 w 2267331"/>
                <a:gd name="csY40" fmla="*/ 421640 h 557402"/>
                <a:gd name="csX41" fmla="*/ 351028 w 2267331"/>
                <a:gd name="csY41" fmla="*/ 421640 h 557402"/>
                <a:gd name="csX42" fmla="*/ 351028 w 2267331"/>
                <a:gd name="csY42" fmla="*/ 143383 h 557402"/>
                <a:gd name="csX43" fmla="*/ 435991 w 2267331"/>
                <a:gd name="csY43" fmla="*/ 129413 h 557402"/>
                <a:gd name="csX44" fmla="*/ 902081 w 2267331"/>
                <a:gd name="csY44" fmla="*/ 165862 h 557402"/>
                <a:gd name="csX45" fmla="*/ 947928 w 2267331"/>
                <a:gd name="csY45" fmla="*/ 240411 h 557402"/>
                <a:gd name="csX46" fmla="*/ 932053 w 2267331"/>
                <a:gd name="csY46" fmla="*/ 298450 h 557402"/>
                <a:gd name="csX47" fmla="*/ 903351 w 2267331"/>
                <a:gd name="csY47" fmla="*/ 312547 h 557402"/>
                <a:gd name="csX48" fmla="*/ 856234 w 2267331"/>
                <a:gd name="csY48" fmla="*/ 240919 h 557402"/>
                <a:gd name="csX49" fmla="*/ 865505 w 2267331"/>
                <a:gd name="csY49" fmla="*/ 192405 h 557402"/>
                <a:gd name="csX50" fmla="*/ 902081 w 2267331"/>
                <a:gd name="csY50" fmla="*/ 165989 h 557402"/>
                <a:gd name="csX51" fmla="*/ 897763 w 2267331"/>
                <a:gd name="csY51" fmla="*/ 133985 h 557402"/>
                <a:gd name="csX52" fmla="*/ 1033907 w 2267331"/>
                <a:gd name="csY52" fmla="*/ 133985 h 557402"/>
                <a:gd name="csX53" fmla="*/ 1033907 w 2267331"/>
                <a:gd name="csY53" fmla="*/ 178054 h 557402"/>
                <a:gd name="csX54" fmla="*/ 996315 w 2267331"/>
                <a:gd name="csY54" fmla="*/ 172212 h 557402"/>
                <a:gd name="csX55" fmla="*/ 1025017 w 2267331"/>
                <a:gd name="csY55" fmla="*/ 244094 h 557402"/>
                <a:gd name="csX56" fmla="*/ 901700 w 2267331"/>
                <a:gd name="csY56" fmla="*/ 343662 h 557402"/>
                <a:gd name="csX57" fmla="*/ 869950 w 2267331"/>
                <a:gd name="csY57" fmla="*/ 340360 h 557402"/>
                <a:gd name="csX58" fmla="*/ 859536 w 2267331"/>
                <a:gd name="csY58" fmla="*/ 365379 h 557402"/>
                <a:gd name="csX59" fmla="*/ 1047115 w 2267331"/>
                <a:gd name="csY59" fmla="*/ 453771 h 557402"/>
                <a:gd name="csX60" fmla="*/ 908304 w 2267331"/>
                <a:gd name="csY60" fmla="*/ 557403 h 557402"/>
                <a:gd name="csX61" fmla="*/ 879602 w 2267331"/>
                <a:gd name="csY61" fmla="*/ 556514 h 557402"/>
                <a:gd name="csX62" fmla="*/ 806450 w 2267331"/>
                <a:gd name="csY62" fmla="*/ 541401 h 557402"/>
                <a:gd name="csX63" fmla="*/ 795020 w 2267331"/>
                <a:gd name="csY63" fmla="*/ 501777 h 557402"/>
                <a:gd name="csX64" fmla="*/ 881380 w 2267331"/>
                <a:gd name="csY64" fmla="*/ 519684 h 557402"/>
                <a:gd name="csX65" fmla="*/ 895731 w 2267331"/>
                <a:gd name="csY65" fmla="*/ 520446 h 557402"/>
                <a:gd name="csX66" fmla="*/ 972693 w 2267331"/>
                <a:gd name="csY66" fmla="*/ 481584 h 557402"/>
                <a:gd name="csX67" fmla="*/ 952500 w 2267331"/>
                <a:gd name="csY67" fmla="*/ 458724 h 557402"/>
                <a:gd name="csX68" fmla="*/ 824865 w 2267331"/>
                <a:gd name="csY68" fmla="*/ 434213 h 557402"/>
                <a:gd name="csX69" fmla="*/ 792607 w 2267331"/>
                <a:gd name="csY69" fmla="*/ 392303 h 557402"/>
                <a:gd name="csX70" fmla="*/ 836041 w 2267331"/>
                <a:gd name="csY70" fmla="*/ 327660 h 557402"/>
                <a:gd name="csX71" fmla="*/ 779526 w 2267331"/>
                <a:gd name="csY71" fmla="*/ 237490 h 557402"/>
                <a:gd name="csX72" fmla="*/ 898017 w 2267331"/>
                <a:gd name="csY72" fmla="*/ 133985 h 557402"/>
                <a:gd name="csX73" fmla="*/ 1399159 w 2267331"/>
                <a:gd name="csY73" fmla="*/ 554736 h 557402"/>
                <a:gd name="csX74" fmla="*/ 1313942 w 2267331"/>
                <a:gd name="csY74" fmla="*/ 554736 h 557402"/>
                <a:gd name="csX75" fmla="*/ 1313942 w 2267331"/>
                <a:gd name="csY75" fmla="*/ 143002 h 557402"/>
                <a:gd name="csX76" fmla="*/ 1399540 w 2267331"/>
                <a:gd name="csY76" fmla="*/ 129794 h 557402"/>
                <a:gd name="csX77" fmla="*/ 1399540 w 2267331"/>
                <a:gd name="csY77" fmla="*/ 155956 h 557402"/>
                <a:gd name="csX78" fmla="*/ 1468882 w 2267331"/>
                <a:gd name="csY78" fmla="*/ 132969 h 557402"/>
                <a:gd name="csX79" fmla="*/ 1484884 w 2267331"/>
                <a:gd name="csY79" fmla="*/ 132207 h 557402"/>
                <a:gd name="csX80" fmla="*/ 1563116 w 2267331"/>
                <a:gd name="csY80" fmla="*/ 168402 h 557402"/>
                <a:gd name="csX81" fmla="*/ 1574292 w 2267331"/>
                <a:gd name="csY81" fmla="*/ 186563 h 557402"/>
                <a:gd name="csX82" fmla="*/ 1592961 w 2267331"/>
                <a:gd name="csY82" fmla="*/ 250571 h 557402"/>
                <a:gd name="csX83" fmla="*/ 1593723 w 2267331"/>
                <a:gd name="csY83" fmla="*/ 267843 h 557402"/>
                <a:gd name="csX84" fmla="*/ 1468882 w 2267331"/>
                <a:gd name="csY84" fmla="*/ 427990 h 557402"/>
                <a:gd name="csX85" fmla="*/ 1451610 w 2267331"/>
                <a:gd name="csY85" fmla="*/ 428752 h 557402"/>
                <a:gd name="csX86" fmla="*/ 1411859 w 2267331"/>
                <a:gd name="csY86" fmla="*/ 421005 h 557402"/>
                <a:gd name="csX87" fmla="*/ 1404493 w 2267331"/>
                <a:gd name="csY87" fmla="*/ 385191 h 557402"/>
                <a:gd name="csX88" fmla="*/ 1438529 w 2267331"/>
                <a:gd name="csY88" fmla="*/ 393573 h 557402"/>
                <a:gd name="csX89" fmla="*/ 1503680 w 2267331"/>
                <a:gd name="csY89" fmla="*/ 279781 h 557402"/>
                <a:gd name="csX90" fmla="*/ 1471549 w 2267331"/>
                <a:gd name="csY90" fmla="*/ 187833 h 557402"/>
                <a:gd name="csX91" fmla="*/ 1446784 w 2267331"/>
                <a:gd name="csY91" fmla="*/ 179070 h 557402"/>
                <a:gd name="csX92" fmla="*/ 1398905 w 2267331"/>
                <a:gd name="csY92" fmla="*/ 195707 h 557402"/>
                <a:gd name="csX93" fmla="*/ 1398905 w 2267331"/>
                <a:gd name="csY93" fmla="*/ 554863 h 557402"/>
                <a:gd name="csX94" fmla="*/ 1773809 w 2267331"/>
                <a:gd name="csY94" fmla="*/ 389509 h 557402"/>
                <a:gd name="csX95" fmla="*/ 1773809 w 2267331"/>
                <a:gd name="csY95" fmla="*/ 281813 h 557402"/>
                <a:gd name="csX96" fmla="*/ 1767078 w 2267331"/>
                <a:gd name="csY96" fmla="*/ 281813 h 557402"/>
                <a:gd name="csX97" fmla="*/ 1701038 w 2267331"/>
                <a:gd name="csY97" fmla="*/ 348869 h 557402"/>
                <a:gd name="csX98" fmla="*/ 1717675 w 2267331"/>
                <a:gd name="csY98" fmla="*/ 384556 h 557402"/>
                <a:gd name="csX99" fmla="*/ 1733804 w 2267331"/>
                <a:gd name="csY99" fmla="*/ 386461 h 557402"/>
                <a:gd name="csX100" fmla="*/ 1768729 w 2267331"/>
                <a:gd name="csY100" fmla="*/ 378968 h 557402"/>
                <a:gd name="csX101" fmla="*/ 1763141 w 2267331"/>
                <a:gd name="csY101" fmla="*/ 416560 h 557402"/>
                <a:gd name="csX102" fmla="*/ 1717040 w 2267331"/>
                <a:gd name="csY102" fmla="*/ 429006 h 557402"/>
                <a:gd name="csX103" fmla="*/ 1700276 w 2267331"/>
                <a:gd name="csY103" fmla="*/ 429768 h 557402"/>
                <a:gd name="csX104" fmla="*/ 1613535 w 2267331"/>
                <a:gd name="csY104" fmla="*/ 355219 h 557402"/>
                <a:gd name="csX105" fmla="*/ 1774063 w 2267331"/>
                <a:gd name="csY105" fmla="*/ 246507 h 557402"/>
                <a:gd name="csX106" fmla="*/ 1774063 w 2267331"/>
                <a:gd name="csY106" fmla="*/ 221996 h 557402"/>
                <a:gd name="csX107" fmla="*/ 1722882 w 2267331"/>
                <a:gd name="csY107" fmla="*/ 173355 h 557402"/>
                <a:gd name="csX108" fmla="*/ 1635760 w 2267331"/>
                <a:gd name="csY108" fmla="*/ 189611 h 557402"/>
                <a:gd name="csX109" fmla="*/ 1640586 w 2267331"/>
                <a:gd name="csY109" fmla="*/ 152146 h 557402"/>
                <a:gd name="csX110" fmla="*/ 1710563 w 2267331"/>
                <a:gd name="csY110" fmla="*/ 133223 h 557402"/>
                <a:gd name="csX111" fmla="*/ 1841500 w 2267331"/>
                <a:gd name="csY111" fmla="*/ 170180 h 557402"/>
                <a:gd name="csX112" fmla="*/ 1859915 w 2267331"/>
                <a:gd name="csY112" fmla="*/ 228727 h 557402"/>
                <a:gd name="csX113" fmla="*/ 1859915 w 2267331"/>
                <a:gd name="csY113" fmla="*/ 383540 h 557402"/>
                <a:gd name="csX114" fmla="*/ 1884426 w 2267331"/>
                <a:gd name="csY114" fmla="*/ 421386 h 557402"/>
                <a:gd name="csX115" fmla="*/ 1800860 w 2267331"/>
                <a:gd name="csY115" fmla="*/ 421386 h 557402"/>
                <a:gd name="csX116" fmla="*/ 1773682 w 2267331"/>
                <a:gd name="csY116" fmla="*/ 389382 h 557402"/>
                <a:gd name="csX117" fmla="*/ 1989455 w 2267331"/>
                <a:gd name="csY117" fmla="*/ 129667 h 557402"/>
                <a:gd name="csX118" fmla="*/ 1989455 w 2267331"/>
                <a:gd name="csY118" fmla="*/ 167513 h 557402"/>
                <a:gd name="csX119" fmla="*/ 2083054 w 2267331"/>
                <a:gd name="csY119" fmla="*/ 134493 h 557402"/>
                <a:gd name="csX120" fmla="*/ 2164080 w 2267331"/>
                <a:gd name="csY120" fmla="*/ 243078 h 557402"/>
                <a:gd name="csX121" fmla="*/ 2164080 w 2267331"/>
                <a:gd name="csY121" fmla="*/ 421767 h 557402"/>
                <a:gd name="csX122" fmla="*/ 2078228 w 2267331"/>
                <a:gd name="csY122" fmla="*/ 421767 h 557402"/>
                <a:gd name="csX123" fmla="*/ 2078228 w 2267331"/>
                <a:gd name="csY123" fmla="*/ 251079 h 557402"/>
                <a:gd name="csX124" fmla="*/ 2065655 w 2267331"/>
                <a:gd name="csY124" fmla="*/ 200660 h 557402"/>
                <a:gd name="csX125" fmla="*/ 2039239 w 2267331"/>
                <a:gd name="csY125" fmla="*/ 187706 h 557402"/>
                <a:gd name="csX126" fmla="*/ 1989582 w 2267331"/>
                <a:gd name="csY126" fmla="*/ 209550 h 557402"/>
                <a:gd name="csX127" fmla="*/ 1989582 w 2267331"/>
                <a:gd name="csY127" fmla="*/ 421767 h 557402"/>
                <a:gd name="csX128" fmla="*/ 1904619 w 2267331"/>
                <a:gd name="csY128" fmla="*/ 421767 h 557402"/>
                <a:gd name="csX129" fmla="*/ 1904619 w 2267331"/>
                <a:gd name="csY129" fmla="*/ 143637 h 557402"/>
                <a:gd name="csX130" fmla="*/ 1989455 w 2267331"/>
                <a:gd name="csY130" fmla="*/ 129667 h 557402"/>
                <a:gd name="csX131" fmla="*/ 572389 w 2267331"/>
                <a:gd name="csY131" fmla="*/ 129667 h 557402"/>
                <a:gd name="csX132" fmla="*/ 572389 w 2267331"/>
                <a:gd name="csY132" fmla="*/ 167513 h 557402"/>
                <a:gd name="csX133" fmla="*/ 665988 w 2267331"/>
                <a:gd name="csY133" fmla="*/ 134493 h 557402"/>
                <a:gd name="csX134" fmla="*/ 747014 w 2267331"/>
                <a:gd name="csY134" fmla="*/ 243078 h 557402"/>
                <a:gd name="csX135" fmla="*/ 747014 w 2267331"/>
                <a:gd name="csY135" fmla="*/ 421767 h 557402"/>
                <a:gd name="csX136" fmla="*/ 661162 w 2267331"/>
                <a:gd name="csY136" fmla="*/ 421767 h 557402"/>
                <a:gd name="csX137" fmla="*/ 661162 w 2267331"/>
                <a:gd name="csY137" fmla="*/ 251079 h 557402"/>
                <a:gd name="csX138" fmla="*/ 648589 w 2267331"/>
                <a:gd name="csY138" fmla="*/ 200660 h 557402"/>
                <a:gd name="csX139" fmla="*/ 622173 w 2267331"/>
                <a:gd name="csY139" fmla="*/ 187706 h 557402"/>
                <a:gd name="csX140" fmla="*/ 572516 w 2267331"/>
                <a:gd name="csY140" fmla="*/ 209550 h 557402"/>
                <a:gd name="csX141" fmla="*/ 572516 w 2267331"/>
                <a:gd name="csY141" fmla="*/ 421767 h 557402"/>
                <a:gd name="csX142" fmla="*/ 487553 w 2267331"/>
                <a:gd name="csY142" fmla="*/ 421767 h 557402"/>
                <a:gd name="csX143" fmla="*/ 487553 w 2267331"/>
                <a:gd name="csY143" fmla="*/ 143637 h 557402"/>
                <a:gd name="csX144" fmla="*/ 572389 w 2267331"/>
                <a:gd name="csY144" fmla="*/ 129667 h 557402"/>
                <a:gd name="csX145" fmla="*/ 83693 w 2267331"/>
                <a:gd name="csY145" fmla="*/ 219329 h 557402"/>
                <a:gd name="csX146" fmla="*/ 238633 w 2267331"/>
                <a:gd name="csY146" fmla="*/ 31496 h 557402"/>
                <a:gd name="csX147" fmla="*/ 314579 w 2267331"/>
                <a:gd name="csY147" fmla="*/ 31496 h 557402"/>
                <a:gd name="csX148" fmla="*/ 168783 w 2267331"/>
                <a:gd name="csY148" fmla="*/ 204597 h 557402"/>
                <a:gd name="csX149" fmla="*/ 326263 w 2267331"/>
                <a:gd name="csY149" fmla="*/ 421767 h 557402"/>
                <a:gd name="csX150" fmla="*/ 219329 w 2267331"/>
                <a:gd name="csY150" fmla="*/ 421767 h 557402"/>
                <a:gd name="csX151" fmla="*/ 83820 w 2267331"/>
                <a:gd name="csY151" fmla="*/ 219329 h 557402"/>
                <a:gd name="csX152" fmla="*/ 83566 w 2267331"/>
                <a:gd name="csY152" fmla="*/ 421640 h 557402"/>
                <a:gd name="csX153" fmla="*/ 0 w 2267331"/>
                <a:gd name="csY153" fmla="*/ 421640 h 557402"/>
                <a:gd name="csX154" fmla="*/ 0 w 2267331"/>
                <a:gd name="csY154" fmla="*/ 31496 h 557402"/>
                <a:gd name="csX155" fmla="*/ 83566 w 2267331"/>
                <a:gd name="csY155" fmla="*/ 31496 h 557402"/>
                <a:gd name="csX156" fmla="*/ 83566 w 2267331"/>
                <a:gd name="csY156" fmla="*/ 421640 h 557402"/>
                <a:gd name="csX157" fmla="*/ 1177036 w 2267331"/>
                <a:gd name="csY157" fmla="*/ 132715 h 557402"/>
                <a:gd name="csX158" fmla="*/ 1246759 w 2267331"/>
                <a:gd name="csY158" fmla="*/ 148717 h 557402"/>
                <a:gd name="csX159" fmla="*/ 1257554 w 2267331"/>
                <a:gd name="csY159" fmla="*/ 190119 h 557402"/>
                <a:gd name="csX160" fmla="*/ 1185164 w 2267331"/>
                <a:gd name="csY160" fmla="*/ 169545 h 557402"/>
                <a:gd name="csX161" fmla="*/ 1141349 w 2267331"/>
                <a:gd name="csY161" fmla="*/ 201549 h 557402"/>
                <a:gd name="csX162" fmla="*/ 1278890 w 2267331"/>
                <a:gd name="csY162" fmla="*/ 335026 h 557402"/>
                <a:gd name="csX163" fmla="*/ 1154938 w 2267331"/>
                <a:gd name="csY163" fmla="*/ 428752 h 557402"/>
                <a:gd name="csX164" fmla="*/ 1070610 w 2267331"/>
                <a:gd name="csY164" fmla="*/ 412877 h 557402"/>
                <a:gd name="csX165" fmla="*/ 1060323 w 2267331"/>
                <a:gd name="csY165" fmla="*/ 372872 h 557402"/>
                <a:gd name="csX166" fmla="*/ 1142873 w 2267331"/>
                <a:gd name="csY166" fmla="*/ 392430 h 557402"/>
                <a:gd name="csX167" fmla="*/ 1198626 w 2267331"/>
                <a:gd name="csY167" fmla="*/ 353568 h 557402"/>
                <a:gd name="csX168" fmla="*/ 1179195 w 2267331"/>
                <a:gd name="csY168" fmla="*/ 322961 h 557402"/>
                <a:gd name="csX169" fmla="*/ 1075309 w 2267331"/>
                <a:gd name="csY169" fmla="*/ 260477 h 557402"/>
                <a:gd name="csX170" fmla="*/ 1061847 w 2267331"/>
                <a:gd name="csY170" fmla="*/ 219710 h 557402"/>
                <a:gd name="csX171" fmla="*/ 1176909 w 2267331"/>
                <a:gd name="csY171" fmla="*/ 132842 h 5574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</a:cxnLst>
              <a:rect l="l" t="t" r="r" b="b"/>
              <a:pathLst>
                <a:path w="2267331" h="557402">
                  <a:moveTo>
                    <a:pt x="2267331" y="385064"/>
                  </a:moveTo>
                  <a:cubicBezTo>
                    <a:pt x="2267331" y="364744"/>
                    <a:pt x="2250821" y="348361"/>
                    <a:pt x="2230628" y="348361"/>
                  </a:cubicBezTo>
                  <a:cubicBezTo>
                    <a:pt x="2210435" y="348361"/>
                    <a:pt x="2194052" y="364744"/>
                    <a:pt x="2194052" y="385064"/>
                  </a:cubicBezTo>
                  <a:cubicBezTo>
                    <a:pt x="2194052" y="405384"/>
                    <a:pt x="2210435" y="421640"/>
                    <a:pt x="2230628" y="421640"/>
                  </a:cubicBezTo>
                  <a:cubicBezTo>
                    <a:pt x="2250821" y="421640"/>
                    <a:pt x="2267331" y="405257"/>
                    <a:pt x="2267331" y="385064"/>
                  </a:cubicBezTo>
                  <a:moveTo>
                    <a:pt x="2263648" y="385064"/>
                  </a:moveTo>
                  <a:cubicBezTo>
                    <a:pt x="2263648" y="403352"/>
                    <a:pt x="2248789" y="418211"/>
                    <a:pt x="2230501" y="418211"/>
                  </a:cubicBezTo>
                  <a:cubicBezTo>
                    <a:pt x="2212213" y="418211"/>
                    <a:pt x="2197735" y="403098"/>
                    <a:pt x="2197735" y="385064"/>
                  </a:cubicBezTo>
                  <a:cubicBezTo>
                    <a:pt x="2197735" y="367030"/>
                    <a:pt x="2212467" y="352171"/>
                    <a:pt x="2230628" y="352171"/>
                  </a:cubicBezTo>
                  <a:cubicBezTo>
                    <a:pt x="2248789" y="352171"/>
                    <a:pt x="2263648" y="366903"/>
                    <a:pt x="2263648" y="385191"/>
                  </a:cubicBezTo>
                  <a:moveTo>
                    <a:pt x="2251837" y="405511"/>
                  </a:moveTo>
                  <a:lnTo>
                    <a:pt x="2251837" y="403733"/>
                  </a:lnTo>
                  <a:cubicBezTo>
                    <a:pt x="2249551" y="403733"/>
                    <a:pt x="2248027" y="402463"/>
                    <a:pt x="2246757" y="400685"/>
                  </a:cubicBezTo>
                  <a:lnTo>
                    <a:pt x="2234946" y="384937"/>
                  </a:lnTo>
                  <a:cubicBezTo>
                    <a:pt x="2240407" y="384048"/>
                    <a:pt x="2245360" y="380238"/>
                    <a:pt x="2245360" y="374269"/>
                  </a:cubicBezTo>
                  <a:cubicBezTo>
                    <a:pt x="2245360" y="366395"/>
                    <a:pt x="2237867" y="362839"/>
                    <a:pt x="2230882" y="362839"/>
                  </a:cubicBezTo>
                  <a:cubicBezTo>
                    <a:pt x="2224659" y="362839"/>
                    <a:pt x="2218309" y="362839"/>
                    <a:pt x="2212086" y="362839"/>
                  </a:cubicBezTo>
                  <a:lnTo>
                    <a:pt x="2212086" y="364744"/>
                  </a:lnTo>
                  <a:cubicBezTo>
                    <a:pt x="2216658" y="364490"/>
                    <a:pt x="2216785" y="365760"/>
                    <a:pt x="2216785" y="369951"/>
                  </a:cubicBezTo>
                  <a:lnTo>
                    <a:pt x="2216785" y="398653"/>
                  </a:lnTo>
                  <a:cubicBezTo>
                    <a:pt x="2216785" y="402590"/>
                    <a:pt x="2215261" y="403860"/>
                    <a:pt x="2211451" y="403860"/>
                  </a:cubicBezTo>
                  <a:lnTo>
                    <a:pt x="2211451" y="405384"/>
                  </a:lnTo>
                  <a:lnTo>
                    <a:pt x="2229485" y="405384"/>
                  </a:lnTo>
                  <a:lnTo>
                    <a:pt x="2229485" y="403606"/>
                  </a:lnTo>
                  <a:cubicBezTo>
                    <a:pt x="2227199" y="403606"/>
                    <a:pt x="2223897" y="403352"/>
                    <a:pt x="2223897" y="400304"/>
                  </a:cubicBezTo>
                  <a:lnTo>
                    <a:pt x="2223897" y="385572"/>
                  </a:lnTo>
                  <a:lnTo>
                    <a:pt x="2227326" y="385572"/>
                  </a:lnTo>
                  <a:lnTo>
                    <a:pt x="2241931" y="405384"/>
                  </a:lnTo>
                  <a:lnTo>
                    <a:pt x="2251837" y="405384"/>
                  </a:lnTo>
                  <a:close/>
                  <a:moveTo>
                    <a:pt x="2238375" y="374523"/>
                  </a:moveTo>
                  <a:cubicBezTo>
                    <a:pt x="2238375" y="381762"/>
                    <a:pt x="2229231" y="382778"/>
                    <a:pt x="2223897" y="383286"/>
                  </a:cubicBezTo>
                  <a:lnTo>
                    <a:pt x="2223897" y="366522"/>
                  </a:lnTo>
                  <a:cubicBezTo>
                    <a:pt x="2223897" y="366522"/>
                    <a:pt x="2225167" y="366522"/>
                    <a:pt x="2225802" y="366522"/>
                  </a:cubicBezTo>
                  <a:cubicBezTo>
                    <a:pt x="2231263" y="366522"/>
                    <a:pt x="2238375" y="367919"/>
                    <a:pt x="2238375" y="374650"/>
                  </a:cubicBezTo>
                  <a:moveTo>
                    <a:pt x="394335" y="127"/>
                  </a:moveTo>
                  <a:cubicBezTo>
                    <a:pt x="422275" y="127"/>
                    <a:pt x="441833" y="24638"/>
                    <a:pt x="441833" y="47625"/>
                  </a:cubicBezTo>
                  <a:cubicBezTo>
                    <a:pt x="441833" y="67183"/>
                    <a:pt x="425450" y="95123"/>
                    <a:pt x="393446" y="95123"/>
                  </a:cubicBezTo>
                  <a:cubicBezTo>
                    <a:pt x="367284" y="95123"/>
                    <a:pt x="345186" y="75311"/>
                    <a:pt x="345186" y="48387"/>
                  </a:cubicBezTo>
                  <a:cubicBezTo>
                    <a:pt x="345186" y="21463"/>
                    <a:pt x="363347" y="0"/>
                    <a:pt x="394335" y="0"/>
                  </a:cubicBezTo>
                  <a:moveTo>
                    <a:pt x="435991" y="129413"/>
                  </a:moveTo>
                  <a:lnTo>
                    <a:pt x="435991" y="421640"/>
                  </a:lnTo>
                  <a:lnTo>
                    <a:pt x="351028" y="421640"/>
                  </a:lnTo>
                  <a:lnTo>
                    <a:pt x="351028" y="143383"/>
                  </a:lnTo>
                  <a:lnTo>
                    <a:pt x="435991" y="129413"/>
                  </a:lnTo>
                  <a:close/>
                  <a:moveTo>
                    <a:pt x="902081" y="165862"/>
                  </a:moveTo>
                  <a:cubicBezTo>
                    <a:pt x="939292" y="165862"/>
                    <a:pt x="947928" y="224536"/>
                    <a:pt x="947928" y="240411"/>
                  </a:cubicBezTo>
                  <a:cubicBezTo>
                    <a:pt x="947928" y="256286"/>
                    <a:pt x="941070" y="285750"/>
                    <a:pt x="932053" y="298450"/>
                  </a:cubicBezTo>
                  <a:cubicBezTo>
                    <a:pt x="922528" y="311404"/>
                    <a:pt x="914146" y="312547"/>
                    <a:pt x="903351" y="312547"/>
                  </a:cubicBezTo>
                  <a:cubicBezTo>
                    <a:pt x="865759" y="312547"/>
                    <a:pt x="856234" y="261620"/>
                    <a:pt x="856234" y="240919"/>
                  </a:cubicBezTo>
                  <a:cubicBezTo>
                    <a:pt x="856234" y="220218"/>
                    <a:pt x="860679" y="203962"/>
                    <a:pt x="865505" y="192405"/>
                  </a:cubicBezTo>
                  <a:cubicBezTo>
                    <a:pt x="872998" y="174371"/>
                    <a:pt x="888238" y="165989"/>
                    <a:pt x="902081" y="165989"/>
                  </a:cubicBezTo>
                  <a:moveTo>
                    <a:pt x="897763" y="133985"/>
                  </a:moveTo>
                  <a:lnTo>
                    <a:pt x="1033907" y="133985"/>
                  </a:lnTo>
                  <a:lnTo>
                    <a:pt x="1033907" y="178054"/>
                  </a:lnTo>
                  <a:lnTo>
                    <a:pt x="996315" y="172212"/>
                  </a:lnTo>
                  <a:cubicBezTo>
                    <a:pt x="1018667" y="199517"/>
                    <a:pt x="1025017" y="218821"/>
                    <a:pt x="1025017" y="244094"/>
                  </a:cubicBezTo>
                  <a:cubicBezTo>
                    <a:pt x="1025017" y="275336"/>
                    <a:pt x="996696" y="343662"/>
                    <a:pt x="901700" y="343662"/>
                  </a:cubicBezTo>
                  <a:cubicBezTo>
                    <a:pt x="880491" y="343662"/>
                    <a:pt x="878967" y="341884"/>
                    <a:pt x="869950" y="340360"/>
                  </a:cubicBezTo>
                  <a:cubicBezTo>
                    <a:pt x="867410" y="344932"/>
                    <a:pt x="859536" y="359410"/>
                    <a:pt x="859536" y="365379"/>
                  </a:cubicBezTo>
                  <a:cubicBezTo>
                    <a:pt x="859536" y="394843"/>
                    <a:pt x="1047115" y="354330"/>
                    <a:pt x="1047115" y="453771"/>
                  </a:cubicBezTo>
                  <a:cubicBezTo>
                    <a:pt x="1047115" y="535940"/>
                    <a:pt x="961898" y="557403"/>
                    <a:pt x="908304" y="557403"/>
                  </a:cubicBezTo>
                  <a:lnTo>
                    <a:pt x="879602" y="556514"/>
                  </a:lnTo>
                  <a:cubicBezTo>
                    <a:pt x="848868" y="553593"/>
                    <a:pt x="830834" y="549275"/>
                    <a:pt x="806450" y="541401"/>
                  </a:cubicBezTo>
                  <a:cubicBezTo>
                    <a:pt x="802259" y="528447"/>
                    <a:pt x="798957" y="515366"/>
                    <a:pt x="795020" y="501777"/>
                  </a:cubicBezTo>
                  <a:cubicBezTo>
                    <a:pt x="824103" y="510540"/>
                    <a:pt x="852678" y="518160"/>
                    <a:pt x="881380" y="519684"/>
                  </a:cubicBezTo>
                  <a:cubicBezTo>
                    <a:pt x="890397" y="520065"/>
                    <a:pt x="893572" y="520446"/>
                    <a:pt x="895731" y="520446"/>
                  </a:cubicBezTo>
                  <a:cubicBezTo>
                    <a:pt x="920369" y="520446"/>
                    <a:pt x="972693" y="510540"/>
                    <a:pt x="972693" y="481584"/>
                  </a:cubicBezTo>
                  <a:cubicBezTo>
                    <a:pt x="972693" y="472694"/>
                    <a:pt x="963549" y="463931"/>
                    <a:pt x="952500" y="458724"/>
                  </a:cubicBezTo>
                  <a:cubicBezTo>
                    <a:pt x="909574" y="438531"/>
                    <a:pt x="867029" y="447548"/>
                    <a:pt x="824865" y="434213"/>
                  </a:cubicBezTo>
                  <a:cubicBezTo>
                    <a:pt x="816610" y="431673"/>
                    <a:pt x="792607" y="417195"/>
                    <a:pt x="792607" y="392303"/>
                  </a:cubicBezTo>
                  <a:cubicBezTo>
                    <a:pt x="792607" y="370713"/>
                    <a:pt x="813689" y="346456"/>
                    <a:pt x="836041" y="327660"/>
                  </a:cubicBezTo>
                  <a:cubicBezTo>
                    <a:pt x="791083" y="299212"/>
                    <a:pt x="779526" y="271272"/>
                    <a:pt x="779526" y="237490"/>
                  </a:cubicBezTo>
                  <a:cubicBezTo>
                    <a:pt x="779526" y="170307"/>
                    <a:pt x="851916" y="133858"/>
                    <a:pt x="898017" y="133985"/>
                  </a:cubicBezTo>
                  <a:moveTo>
                    <a:pt x="1399159" y="554736"/>
                  </a:moveTo>
                  <a:lnTo>
                    <a:pt x="1313942" y="554736"/>
                  </a:lnTo>
                  <a:lnTo>
                    <a:pt x="1313942" y="143002"/>
                  </a:lnTo>
                  <a:lnTo>
                    <a:pt x="1399540" y="129794"/>
                  </a:lnTo>
                  <a:lnTo>
                    <a:pt x="1399540" y="155956"/>
                  </a:lnTo>
                  <a:cubicBezTo>
                    <a:pt x="1421003" y="143637"/>
                    <a:pt x="1447038" y="134747"/>
                    <a:pt x="1468882" y="132969"/>
                  </a:cubicBezTo>
                  <a:cubicBezTo>
                    <a:pt x="1478661" y="132207"/>
                    <a:pt x="1482852" y="132207"/>
                    <a:pt x="1484884" y="132207"/>
                  </a:cubicBezTo>
                  <a:cubicBezTo>
                    <a:pt x="1510284" y="132207"/>
                    <a:pt x="1538097" y="140716"/>
                    <a:pt x="1563116" y="168402"/>
                  </a:cubicBezTo>
                  <a:cubicBezTo>
                    <a:pt x="1567942" y="173609"/>
                    <a:pt x="1571371" y="180721"/>
                    <a:pt x="1574292" y="186563"/>
                  </a:cubicBezTo>
                  <a:cubicBezTo>
                    <a:pt x="1585087" y="207645"/>
                    <a:pt x="1592072" y="229362"/>
                    <a:pt x="1592961" y="250571"/>
                  </a:cubicBezTo>
                  <a:cubicBezTo>
                    <a:pt x="1593342" y="261239"/>
                    <a:pt x="1593723" y="265684"/>
                    <a:pt x="1593723" y="267843"/>
                  </a:cubicBezTo>
                  <a:cubicBezTo>
                    <a:pt x="1593723" y="349377"/>
                    <a:pt x="1550162" y="421513"/>
                    <a:pt x="1468882" y="427990"/>
                  </a:cubicBezTo>
                  <a:cubicBezTo>
                    <a:pt x="1459103" y="428752"/>
                    <a:pt x="1453642" y="428752"/>
                    <a:pt x="1451610" y="428752"/>
                  </a:cubicBezTo>
                  <a:cubicBezTo>
                    <a:pt x="1439545" y="428752"/>
                    <a:pt x="1428496" y="426339"/>
                    <a:pt x="1411859" y="421005"/>
                  </a:cubicBezTo>
                  <a:cubicBezTo>
                    <a:pt x="1409319" y="413004"/>
                    <a:pt x="1404493" y="385191"/>
                    <a:pt x="1404493" y="385191"/>
                  </a:cubicBezTo>
                  <a:cubicBezTo>
                    <a:pt x="1415415" y="390017"/>
                    <a:pt x="1426591" y="393573"/>
                    <a:pt x="1438529" y="393573"/>
                  </a:cubicBezTo>
                  <a:cubicBezTo>
                    <a:pt x="1479550" y="393573"/>
                    <a:pt x="1503680" y="356362"/>
                    <a:pt x="1503680" y="279781"/>
                  </a:cubicBezTo>
                  <a:cubicBezTo>
                    <a:pt x="1503680" y="257302"/>
                    <a:pt x="1496949" y="203073"/>
                    <a:pt x="1471549" y="187833"/>
                  </a:cubicBezTo>
                  <a:cubicBezTo>
                    <a:pt x="1464818" y="183769"/>
                    <a:pt x="1453769" y="179070"/>
                    <a:pt x="1446784" y="179070"/>
                  </a:cubicBezTo>
                  <a:cubicBezTo>
                    <a:pt x="1432179" y="179070"/>
                    <a:pt x="1413637" y="184658"/>
                    <a:pt x="1398905" y="195707"/>
                  </a:cubicBezTo>
                  <a:lnTo>
                    <a:pt x="1398905" y="554863"/>
                  </a:lnTo>
                  <a:close/>
                  <a:moveTo>
                    <a:pt x="1773809" y="389509"/>
                  </a:moveTo>
                  <a:lnTo>
                    <a:pt x="1773809" y="281813"/>
                  </a:lnTo>
                  <a:lnTo>
                    <a:pt x="1767078" y="281813"/>
                  </a:lnTo>
                  <a:cubicBezTo>
                    <a:pt x="1757299" y="281813"/>
                    <a:pt x="1701038" y="294386"/>
                    <a:pt x="1701038" y="348869"/>
                  </a:cubicBezTo>
                  <a:cubicBezTo>
                    <a:pt x="1701038" y="357505"/>
                    <a:pt x="1704594" y="380111"/>
                    <a:pt x="1717675" y="384556"/>
                  </a:cubicBezTo>
                  <a:cubicBezTo>
                    <a:pt x="1722374" y="386207"/>
                    <a:pt x="1731772" y="386461"/>
                    <a:pt x="1733804" y="386461"/>
                  </a:cubicBezTo>
                  <a:cubicBezTo>
                    <a:pt x="1745234" y="386461"/>
                    <a:pt x="1756537" y="382778"/>
                    <a:pt x="1768729" y="378968"/>
                  </a:cubicBezTo>
                  <a:cubicBezTo>
                    <a:pt x="1766697" y="387731"/>
                    <a:pt x="1764919" y="407416"/>
                    <a:pt x="1763141" y="416560"/>
                  </a:cubicBezTo>
                  <a:cubicBezTo>
                    <a:pt x="1747139" y="421767"/>
                    <a:pt x="1733804" y="427482"/>
                    <a:pt x="1717040" y="429006"/>
                  </a:cubicBezTo>
                  <a:cubicBezTo>
                    <a:pt x="1707261" y="429768"/>
                    <a:pt x="1702308" y="429768"/>
                    <a:pt x="1700276" y="429768"/>
                  </a:cubicBezTo>
                  <a:cubicBezTo>
                    <a:pt x="1657223" y="429768"/>
                    <a:pt x="1613535" y="408305"/>
                    <a:pt x="1613535" y="355219"/>
                  </a:cubicBezTo>
                  <a:cubicBezTo>
                    <a:pt x="1613535" y="260858"/>
                    <a:pt x="1774063" y="246507"/>
                    <a:pt x="1774063" y="246507"/>
                  </a:cubicBezTo>
                  <a:lnTo>
                    <a:pt x="1774063" y="221996"/>
                  </a:lnTo>
                  <a:cubicBezTo>
                    <a:pt x="1774063" y="212344"/>
                    <a:pt x="1771523" y="173355"/>
                    <a:pt x="1722882" y="173355"/>
                  </a:cubicBezTo>
                  <a:cubicBezTo>
                    <a:pt x="1696212" y="173355"/>
                    <a:pt x="1649222" y="184023"/>
                    <a:pt x="1635760" y="189611"/>
                  </a:cubicBezTo>
                  <a:lnTo>
                    <a:pt x="1640586" y="152146"/>
                  </a:lnTo>
                  <a:cubicBezTo>
                    <a:pt x="1650365" y="148590"/>
                    <a:pt x="1695069" y="135128"/>
                    <a:pt x="1710563" y="133223"/>
                  </a:cubicBezTo>
                  <a:cubicBezTo>
                    <a:pt x="1788668" y="123571"/>
                    <a:pt x="1828673" y="153289"/>
                    <a:pt x="1841500" y="170180"/>
                  </a:cubicBezTo>
                  <a:cubicBezTo>
                    <a:pt x="1852803" y="185166"/>
                    <a:pt x="1859915" y="210312"/>
                    <a:pt x="1859915" y="228727"/>
                  </a:cubicBezTo>
                  <a:lnTo>
                    <a:pt x="1859915" y="383540"/>
                  </a:lnTo>
                  <a:cubicBezTo>
                    <a:pt x="1859915" y="400050"/>
                    <a:pt x="1871218" y="418084"/>
                    <a:pt x="1884426" y="421386"/>
                  </a:cubicBezTo>
                  <a:lnTo>
                    <a:pt x="1800860" y="421386"/>
                  </a:lnTo>
                  <a:cubicBezTo>
                    <a:pt x="1780032" y="421386"/>
                    <a:pt x="1773682" y="413893"/>
                    <a:pt x="1773682" y="389382"/>
                  </a:cubicBezTo>
                  <a:moveTo>
                    <a:pt x="1989455" y="129667"/>
                  </a:moveTo>
                  <a:lnTo>
                    <a:pt x="1989455" y="167513"/>
                  </a:lnTo>
                  <a:cubicBezTo>
                    <a:pt x="2028825" y="142240"/>
                    <a:pt x="2048764" y="134493"/>
                    <a:pt x="2083054" y="134493"/>
                  </a:cubicBezTo>
                  <a:cubicBezTo>
                    <a:pt x="2129409" y="134493"/>
                    <a:pt x="2164080" y="167640"/>
                    <a:pt x="2164080" y="243078"/>
                  </a:cubicBezTo>
                  <a:lnTo>
                    <a:pt x="2164080" y="421767"/>
                  </a:lnTo>
                  <a:lnTo>
                    <a:pt x="2078228" y="421767"/>
                  </a:lnTo>
                  <a:lnTo>
                    <a:pt x="2078228" y="251079"/>
                  </a:lnTo>
                  <a:cubicBezTo>
                    <a:pt x="2078228" y="225806"/>
                    <a:pt x="2073783" y="212217"/>
                    <a:pt x="2065655" y="200660"/>
                  </a:cubicBezTo>
                  <a:cubicBezTo>
                    <a:pt x="2060448" y="193167"/>
                    <a:pt x="2047113" y="187706"/>
                    <a:pt x="2039239" y="187706"/>
                  </a:cubicBezTo>
                  <a:cubicBezTo>
                    <a:pt x="2021967" y="187706"/>
                    <a:pt x="2004314" y="197231"/>
                    <a:pt x="1989582" y="209550"/>
                  </a:cubicBezTo>
                  <a:lnTo>
                    <a:pt x="1989582" y="421767"/>
                  </a:lnTo>
                  <a:lnTo>
                    <a:pt x="1904619" y="421767"/>
                  </a:lnTo>
                  <a:lnTo>
                    <a:pt x="1904619" y="143637"/>
                  </a:lnTo>
                  <a:lnTo>
                    <a:pt x="1989455" y="129667"/>
                  </a:lnTo>
                  <a:close/>
                  <a:moveTo>
                    <a:pt x="572389" y="129667"/>
                  </a:moveTo>
                  <a:lnTo>
                    <a:pt x="572389" y="167513"/>
                  </a:lnTo>
                  <a:cubicBezTo>
                    <a:pt x="611759" y="142240"/>
                    <a:pt x="631698" y="134493"/>
                    <a:pt x="665988" y="134493"/>
                  </a:cubicBezTo>
                  <a:cubicBezTo>
                    <a:pt x="712343" y="134493"/>
                    <a:pt x="747014" y="167640"/>
                    <a:pt x="747014" y="243078"/>
                  </a:cubicBezTo>
                  <a:lnTo>
                    <a:pt x="747014" y="421767"/>
                  </a:lnTo>
                  <a:lnTo>
                    <a:pt x="661162" y="421767"/>
                  </a:lnTo>
                  <a:lnTo>
                    <a:pt x="661162" y="251079"/>
                  </a:lnTo>
                  <a:cubicBezTo>
                    <a:pt x="661162" y="234315"/>
                    <a:pt x="656717" y="212217"/>
                    <a:pt x="648589" y="200660"/>
                  </a:cubicBezTo>
                  <a:cubicBezTo>
                    <a:pt x="643382" y="193167"/>
                    <a:pt x="630047" y="187706"/>
                    <a:pt x="622173" y="187706"/>
                  </a:cubicBezTo>
                  <a:cubicBezTo>
                    <a:pt x="604901" y="187706"/>
                    <a:pt x="587248" y="197231"/>
                    <a:pt x="572516" y="209550"/>
                  </a:cubicBezTo>
                  <a:lnTo>
                    <a:pt x="572516" y="421767"/>
                  </a:lnTo>
                  <a:lnTo>
                    <a:pt x="487553" y="421767"/>
                  </a:lnTo>
                  <a:lnTo>
                    <a:pt x="487553" y="143637"/>
                  </a:lnTo>
                  <a:lnTo>
                    <a:pt x="572389" y="129667"/>
                  </a:lnTo>
                  <a:close/>
                  <a:moveTo>
                    <a:pt x="83693" y="219329"/>
                  </a:moveTo>
                  <a:lnTo>
                    <a:pt x="238633" y="31496"/>
                  </a:lnTo>
                  <a:lnTo>
                    <a:pt x="314579" y="31496"/>
                  </a:lnTo>
                  <a:lnTo>
                    <a:pt x="168783" y="204597"/>
                  </a:lnTo>
                  <a:lnTo>
                    <a:pt x="326263" y="421767"/>
                  </a:lnTo>
                  <a:lnTo>
                    <a:pt x="219329" y="421767"/>
                  </a:lnTo>
                  <a:lnTo>
                    <a:pt x="83820" y="219329"/>
                  </a:lnTo>
                  <a:close/>
                  <a:moveTo>
                    <a:pt x="83566" y="421640"/>
                  </a:moveTo>
                  <a:lnTo>
                    <a:pt x="0" y="421640"/>
                  </a:lnTo>
                  <a:lnTo>
                    <a:pt x="0" y="31496"/>
                  </a:lnTo>
                  <a:lnTo>
                    <a:pt x="83566" y="31496"/>
                  </a:lnTo>
                  <a:lnTo>
                    <a:pt x="83566" y="421640"/>
                  </a:lnTo>
                  <a:close/>
                  <a:moveTo>
                    <a:pt x="1177036" y="132715"/>
                  </a:moveTo>
                  <a:cubicBezTo>
                    <a:pt x="1217168" y="132715"/>
                    <a:pt x="1246759" y="148717"/>
                    <a:pt x="1246759" y="148717"/>
                  </a:cubicBezTo>
                  <a:cubicBezTo>
                    <a:pt x="1246759" y="148717"/>
                    <a:pt x="1254506" y="176530"/>
                    <a:pt x="1257554" y="190119"/>
                  </a:cubicBezTo>
                  <a:cubicBezTo>
                    <a:pt x="1231519" y="177292"/>
                    <a:pt x="1209294" y="169545"/>
                    <a:pt x="1185164" y="169545"/>
                  </a:cubicBezTo>
                  <a:cubicBezTo>
                    <a:pt x="1171575" y="169545"/>
                    <a:pt x="1141349" y="174117"/>
                    <a:pt x="1141349" y="201549"/>
                  </a:cubicBezTo>
                  <a:cubicBezTo>
                    <a:pt x="1141349" y="244221"/>
                    <a:pt x="1278890" y="247015"/>
                    <a:pt x="1278890" y="335026"/>
                  </a:cubicBezTo>
                  <a:cubicBezTo>
                    <a:pt x="1278890" y="371475"/>
                    <a:pt x="1260221" y="428752"/>
                    <a:pt x="1154938" y="428752"/>
                  </a:cubicBezTo>
                  <a:cubicBezTo>
                    <a:pt x="1112139" y="428752"/>
                    <a:pt x="1073150" y="413639"/>
                    <a:pt x="1070610" y="412877"/>
                  </a:cubicBezTo>
                  <a:cubicBezTo>
                    <a:pt x="1066419" y="399923"/>
                    <a:pt x="1064387" y="386461"/>
                    <a:pt x="1060323" y="372872"/>
                  </a:cubicBezTo>
                  <a:cubicBezTo>
                    <a:pt x="1074674" y="377698"/>
                    <a:pt x="1104773" y="392430"/>
                    <a:pt x="1142873" y="392430"/>
                  </a:cubicBezTo>
                  <a:cubicBezTo>
                    <a:pt x="1176401" y="392430"/>
                    <a:pt x="1198626" y="374650"/>
                    <a:pt x="1198626" y="353568"/>
                  </a:cubicBezTo>
                  <a:cubicBezTo>
                    <a:pt x="1198626" y="343281"/>
                    <a:pt x="1192530" y="330835"/>
                    <a:pt x="1179195" y="322961"/>
                  </a:cubicBezTo>
                  <a:cubicBezTo>
                    <a:pt x="1144905" y="302895"/>
                    <a:pt x="1107186" y="295783"/>
                    <a:pt x="1075309" y="260477"/>
                  </a:cubicBezTo>
                  <a:cubicBezTo>
                    <a:pt x="1065276" y="249428"/>
                    <a:pt x="1061847" y="230886"/>
                    <a:pt x="1061847" y="219710"/>
                  </a:cubicBezTo>
                  <a:cubicBezTo>
                    <a:pt x="1061847" y="169799"/>
                    <a:pt x="1107440" y="132842"/>
                    <a:pt x="1176909" y="132842"/>
                  </a:cubicBezTo>
                </a:path>
              </a:pathLst>
            </a:custGeom>
            <a:solidFill>
              <a:schemeClr val="bg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8DD1546-E608-556A-3AE8-FEA730B02AC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060436" cy="6025007"/>
          </a:xfrm>
          <a:custGeom>
            <a:avLst/>
            <a:gdLst>
              <a:gd name="csX0" fmla="*/ 3368294 w 8060436"/>
              <a:gd name="csY0" fmla="*/ 1664335 h 6025007"/>
              <a:gd name="csX1" fmla="*/ 3368294 w 8060436"/>
              <a:gd name="csY1" fmla="*/ 1664462 h 6025007"/>
              <a:gd name="csX2" fmla="*/ 3368268 w 8060436"/>
              <a:gd name="csY2" fmla="*/ 1664399 h 6025007"/>
              <a:gd name="csX3" fmla="*/ 3343021 w 8060436"/>
              <a:gd name="csY3" fmla="*/ 1653794 h 6025007"/>
              <a:gd name="csX4" fmla="*/ 3343021 w 8060436"/>
              <a:gd name="csY4" fmla="*/ 1653921 h 6025007"/>
              <a:gd name="csX5" fmla="*/ 3342977 w 8060436"/>
              <a:gd name="csY5" fmla="*/ 1653852 h 6025007"/>
              <a:gd name="csX6" fmla="*/ 3328543 w 8060436"/>
              <a:gd name="csY6" fmla="*/ 1645793 h 6025007"/>
              <a:gd name="csX7" fmla="*/ 3330448 w 8060436"/>
              <a:gd name="csY7" fmla="*/ 1645793 h 6025007"/>
              <a:gd name="csX8" fmla="*/ 3338783 w 8060436"/>
              <a:gd name="csY8" fmla="*/ 1647333 h 6025007"/>
              <a:gd name="csX9" fmla="*/ 3342977 w 8060436"/>
              <a:gd name="csY9" fmla="*/ 1653852 h 6025007"/>
              <a:gd name="csX10" fmla="*/ 3337783 w 8060436"/>
              <a:gd name="csY10" fmla="*/ 1660700 h 6025007"/>
              <a:gd name="csX11" fmla="*/ 3328543 w 8060436"/>
              <a:gd name="csY11" fmla="*/ 1662557 h 6025007"/>
              <a:gd name="csX12" fmla="*/ 3316732 w 8060436"/>
              <a:gd name="csY12" fmla="*/ 1642110 h 6025007"/>
              <a:gd name="csX13" fmla="*/ 3316732 w 8060436"/>
              <a:gd name="csY13" fmla="*/ 1644015 h 6025007"/>
              <a:gd name="csX14" fmla="*/ 3321431 w 8060436"/>
              <a:gd name="csY14" fmla="*/ 1649222 h 6025007"/>
              <a:gd name="csX15" fmla="*/ 3321431 w 8060436"/>
              <a:gd name="csY15" fmla="*/ 1677924 h 6025007"/>
              <a:gd name="csX16" fmla="*/ 3316097 w 8060436"/>
              <a:gd name="csY16" fmla="*/ 1683131 h 6025007"/>
              <a:gd name="csX17" fmla="*/ 3316097 w 8060436"/>
              <a:gd name="csY17" fmla="*/ 1684655 h 6025007"/>
              <a:gd name="csX18" fmla="*/ 3334131 w 8060436"/>
              <a:gd name="csY18" fmla="*/ 1684655 h 6025007"/>
              <a:gd name="csX19" fmla="*/ 3334131 w 8060436"/>
              <a:gd name="csY19" fmla="*/ 1682877 h 6025007"/>
              <a:gd name="csX20" fmla="*/ 3328543 w 8060436"/>
              <a:gd name="csY20" fmla="*/ 1679575 h 6025007"/>
              <a:gd name="csX21" fmla="*/ 3328543 w 8060436"/>
              <a:gd name="csY21" fmla="*/ 1664843 h 6025007"/>
              <a:gd name="csX22" fmla="*/ 3331972 w 8060436"/>
              <a:gd name="csY22" fmla="*/ 1664843 h 6025007"/>
              <a:gd name="csX23" fmla="*/ 3346577 w 8060436"/>
              <a:gd name="csY23" fmla="*/ 1684655 h 6025007"/>
              <a:gd name="csX24" fmla="*/ 3356483 w 8060436"/>
              <a:gd name="csY24" fmla="*/ 1684655 h 6025007"/>
              <a:gd name="csX25" fmla="*/ 3356483 w 8060436"/>
              <a:gd name="csY25" fmla="*/ 1683004 h 6025007"/>
              <a:gd name="csX26" fmla="*/ 3351403 w 8060436"/>
              <a:gd name="csY26" fmla="*/ 1679956 h 6025007"/>
              <a:gd name="csX27" fmla="*/ 3339592 w 8060436"/>
              <a:gd name="csY27" fmla="*/ 1664208 h 6025007"/>
              <a:gd name="csX28" fmla="*/ 3350006 w 8060436"/>
              <a:gd name="csY28" fmla="*/ 1653540 h 6025007"/>
              <a:gd name="csX29" fmla="*/ 3335528 w 8060436"/>
              <a:gd name="csY29" fmla="*/ 1642110 h 6025007"/>
              <a:gd name="csX30" fmla="*/ 3316732 w 8060436"/>
              <a:gd name="csY30" fmla="*/ 1642110 h 6025007"/>
              <a:gd name="csX31" fmla="*/ 3335274 w 8060436"/>
              <a:gd name="csY31" fmla="*/ 1631442 h 6025007"/>
              <a:gd name="csX32" fmla="*/ 3358595 w 8060436"/>
              <a:gd name="csY32" fmla="*/ 1641094 h 6025007"/>
              <a:gd name="csX33" fmla="*/ 3368268 w 8060436"/>
              <a:gd name="csY33" fmla="*/ 1664399 h 6025007"/>
              <a:gd name="csX34" fmla="*/ 3358579 w 8060436"/>
              <a:gd name="csY34" fmla="*/ 1687767 h 6025007"/>
              <a:gd name="csX35" fmla="*/ 3335147 w 8060436"/>
              <a:gd name="csY35" fmla="*/ 1697482 h 6025007"/>
              <a:gd name="csX36" fmla="*/ 3302381 w 8060436"/>
              <a:gd name="csY36" fmla="*/ 1664335 h 6025007"/>
              <a:gd name="csX37" fmla="*/ 3335274 w 8060436"/>
              <a:gd name="csY37" fmla="*/ 1631442 h 6025007"/>
              <a:gd name="csX38" fmla="*/ 3335274 w 8060436"/>
              <a:gd name="csY38" fmla="*/ 1627632 h 6025007"/>
              <a:gd name="csX39" fmla="*/ 3298698 w 8060436"/>
              <a:gd name="csY39" fmla="*/ 1664335 h 6025007"/>
              <a:gd name="csX40" fmla="*/ 3335274 w 8060436"/>
              <a:gd name="csY40" fmla="*/ 1700911 h 6025007"/>
              <a:gd name="csX41" fmla="*/ 3371977 w 8060436"/>
              <a:gd name="csY41" fmla="*/ 1664335 h 6025007"/>
              <a:gd name="csX42" fmla="*/ 3335274 w 8060436"/>
              <a:gd name="csY42" fmla="*/ 1627632 h 6025007"/>
              <a:gd name="csX43" fmla="*/ 2827528 w 8060436"/>
              <a:gd name="csY43" fmla="*/ 1452626 h 6025007"/>
              <a:gd name="csX44" fmla="*/ 2871359 w 8060436"/>
              <a:gd name="csY44" fmla="*/ 1473327 h 6025007"/>
              <a:gd name="csX45" fmla="*/ 2874178 w 8060436"/>
              <a:gd name="csY45" fmla="*/ 1480731 h 6025007"/>
              <a:gd name="csX46" fmla="*/ 2838074 w 8060436"/>
              <a:gd name="csY46" fmla="*/ 1472964 h 6025007"/>
              <a:gd name="csX47" fmla="*/ 2782596 w 8060436"/>
              <a:gd name="csY47" fmla="*/ 1460585 h 6025007"/>
              <a:gd name="csX48" fmla="*/ 2776720 w 8060436"/>
              <a:gd name="csY48" fmla="*/ 1459188 h 6025007"/>
              <a:gd name="csX49" fmla="*/ 2779014 w 8060436"/>
              <a:gd name="csY49" fmla="*/ 1458659 h 6025007"/>
              <a:gd name="csX50" fmla="*/ 2827528 w 8060436"/>
              <a:gd name="csY50" fmla="*/ 1452626 h 6025007"/>
              <a:gd name="csX51" fmla="*/ 2006727 w 8060436"/>
              <a:gd name="csY51" fmla="*/ 1445133 h 6025007"/>
              <a:gd name="csX52" fmla="*/ 2052574 w 8060436"/>
              <a:gd name="csY52" fmla="*/ 1519682 h 6025007"/>
              <a:gd name="csX53" fmla="*/ 2036699 w 8060436"/>
              <a:gd name="csY53" fmla="*/ 1577721 h 6025007"/>
              <a:gd name="csX54" fmla="*/ 2007997 w 8060436"/>
              <a:gd name="csY54" fmla="*/ 1591818 h 6025007"/>
              <a:gd name="csX55" fmla="*/ 1960880 w 8060436"/>
              <a:gd name="csY55" fmla="*/ 1520190 h 6025007"/>
              <a:gd name="csX56" fmla="*/ 1970151 w 8060436"/>
              <a:gd name="csY56" fmla="*/ 1471676 h 6025007"/>
              <a:gd name="csX57" fmla="*/ 2006727 w 8060436"/>
              <a:gd name="csY57" fmla="*/ 1445260 h 6025007"/>
              <a:gd name="csX58" fmla="*/ 2504186 w 8060436"/>
              <a:gd name="csY58" fmla="*/ 1414407 h 6025007"/>
              <a:gd name="csX59" fmla="*/ 2533839 w 8060436"/>
              <a:gd name="csY59" fmla="*/ 1421962 h 6025007"/>
              <a:gd name="csX60" fmla="*/ 2504186 w 8060436"/>
              <a:gd name="csY60" fmla="*/ 1435227 h 6025007"/>
              <a:gd name="csX61" fmla="*/ 2002663 w 8060436"/>
              <a:gd name="csY61" fmla="*/ 1413256 h 6025007"/>
              <a:gd name="csX62" fmla="*/ 1884172 w 8060436"/>
              <a:gd name="csY62" fmla="*/ 1516761 h 6025007"/>
              <a:gd name="csX63" fmla="*/ 1940687 w 8060436"/>
              <a:gd name="csY63" fmla="*/ 1606931 h 6025007"/>
              <a:gd name="csX64" fmla="*/ 1897253 w 8060436"/>
              <a:gd name="csY64" fmla="*/ 1671574 h 6025007"/>
              <a:gd name="csX65" fmla="*/ 1929511 w 8060436"/>
              <a:gd name="csY65" fmla="*/ 1713484 h 6025007"/>
              <a:gd name="csX66" fmla="*/ 2057146 w 8060436"/>
              <a:gd name="csY66" fmla="*/ 1737995 h 6025007"/>
              <a:gd name="csX67" fmla="*/ 2077339 w 8060436"/>
              <a:gd name="csY67" fmla="*/ 1760855 h 6025007"/>
              <a:gd name="csX68" fmla="*/ 2000377 w 8060436"/>
              <a:gd name="csY68" fmla="*/ 1799717 h 6025007"/>
              <a:gd name="csX69" fmla="*/ 1986026 w 8060436"/>
              <a:gd name="csY69" fmla="*/ 1798955 h 6025007"/>
              <a:gd name="csX70" fmla="*/ 1899666 w 8060436"/>
              <a:gd name="csY70" fmla="*/ 1781048 h 6025007"/>
              <a:gd name="csX71" fmla="*/ 1911096 w 8060436"/>
              <a:gd name="csY71" fmla="*/ 1820672 h 6025007"/>
              <a:gd name="csX72" fmla="*/ 1984248 w 8060436"/>
              <a:gd name="csY72" fmla="*/ 1835785 h 6025007"/>
              <a:gd name="csX73" fmla="*/ 2012950 w 8060436"/>
              <a:gd name="csY73" fmla="*/ 1836674 h 6025007"/>
              <a:gd name="csX74" fmla="*/ 2151761 w 8060436"/>
              <a:gd name="csY74" fmla="*/ 1733042 h 6025007"/>
              <a:gd name="csX75" fmla="*/ 1964182 w 8060436"/>
              <a:gd name="csY75" fmla="*/ 1644650 h 6025007"/>
              <a:gd name="csX76" fmla="*/ 1974596 w 8060436"/>
              <a:gd name="csY76" fmla="*/ 1619631 h 6025007"/>
              <a:gd name="csX77" fmla="*/ 2006346 w 8060436"/>
              <a:gd name="csY77" fmla="*/ 1622933 h 6025007"/>
              <a:gd name="csX78" fmla="*/ 2129663 w 8060436"/>
              <a:gd name="csY78" fmla="*/ 1523365 h 6025007"/>
              <a:gd name="csX79" fmla="*/ 2100961 w 8060436"/>
              <a:gd name="csY79" fmla="*/ 1451483 h 6025007"/>
              <a:gd name="csX80" fmla="*/ 2138553 w 8060436"/>
              <a:gd name="csY80" fmla="*/ 1457325 h 6025007"/>
              <a:gd name="csX81" fmla="*/ 2138553 w 8060436"/>
              <a:gd name="csY81" fmla="*/ 1413256 h 6025007"/>
              <a:gd name="csX82" fmla="*/ 2281682 w 8060436"/>
              <a:gd name="csY82" fmla="*/ 1411986 h 6025007"/>
              <a:gd name="csX83" fmla="*/ 2281555 w 8060436"/>
              <a:gd name="csY83" fmla="*/ 1412113 h 6025007"/>
              <a:gd name="csX84" fmla="*/ 2166493 w 8060436"/>
              <a:gd name="csY84" fmla="*/ 1498981 h 6025007"/>
              <a:gd name="csX85" fmla="*/ 2179955 w 8060436"/>
              <a:gd name="csY85" fmla="*/ 1539748 h 6025007"/>
              <a:gd name="csX86" fmla="*/ 2283841 w 8060436"/>
              <a:gd name="csY86" fmla="*/ 1602232 h 6025007"/>
              <a:gd name="csX87" fmla="*/ 2303272 w 8060436"/>
              <a:gd name="csY87" fmla="*/ 1632839 h 6025007"/>
              <a:gd name="csX88" fmla="*/ 2247519 w 8060436"/>
              <a:gd name="csY88" fmla="*/ 1671701 h 6025007"/>
              <a:gd name="csX89" fmla="*/ 2164969 w 8060436"/>
              <a:gd name="csY89" fmla="*/ 1652143 h 6025007"/>
              <a:gd name="csX90" fmla="*/ 2175256 w 8060436"/>
              <a:gd name="csY90" fmla="*/ 1692148 h 6025007"/>
              <a:gd name="csX91" fmla="*/ 2259584 w 8060436"/>
              <a:gd name="csY91" fmla="*/ 1708023 h 6025007"/>
              <a:gd name="csX92" fmla="*/ 2383536 w 8060436"/>
              <a:gd name="csY92" fmla="*/ 1614297 h 6025007"/>
              <a:gd name="csX93" fmla="*/ 2245995 w 8060436"/>
              <a:gd name="csY93" fmla="*/ 1480820 h 6025007"/>
              <a:gd name="csX94" fmla="*/ 2289810 w 8060436"/>
              <a:gd name="csY94" fmla="*/ 1448816 h 6025007"/>
              <a:gd name="csX95" fmla="*/ 2362200 w 8060436"/>
              <a:gd name="csY95" fmla="*/ 1469390 h 6025007"/>
              <a:gd name="csX96" fmla="*/ 2351405 w 8060436"/>
              <a:gd name="csY96" fmla="*/ 1427988 h 6025007"/>
              <a:gd name="csX97" fmla="*/ 2281682 w 8060436"/>
              <a:gd name="csY97" fmla="*/ 1411986 h 6025007"/>
              <a:gd name="csX98" fmla="*/ 3094101 w 8060436"/>
              <a:gd name="csY98" fmla="*/ 1408938 h 6025007"/>
              <a:gd name="csX99" fmla="*/ 3009265 w 8060436"/>
              <a:gd name="csY99" fmla="*/ 1422908 h 6025007"/>
              <a:gd name="csX100" fmla="*/ 3009265 w 8060436"/>
              <a:gd name="csY100" fmla="*/ 1701038 h 6025007"/>
              <a:gd name="csX101" fmla="*/ 3094228 w 8060436"/>
              <a:gd name="csY101" fmla="*/ 1701038 h 6025007"/>
              <a:gd name="csX102" fmla="*/ 3094228 w 8060436"/>
              <a:gd name="csY102" fmla="*/ 1488821 h 6025007"/>
              <a:gd name="csX103" fmla="*/ 3143885 w 8060436"/>
              <a:gd name="csY103" fmla="*/ 1466977 h 6025007"/>
              <a:gd name="csX104" fmla="*/ 3170301 w 8060436"/>
              <a:gd name="csY104" fmla="*/ 1479931 h 6025007"/>
              <a:gd name="csX105" fmla="*/ 3182874 w 8060436"/>
              <a:gd name="csY105" fmla="*/ 1530350 h 6025007"/>
              <a:gd name="csX106" fmla="*/ 3182874 w 8060436"/>
              <a:gd name="csY106" fmla="*/ 1701038 h 6025007"/>
              <a:gd name="csX107" fmla="*/ 3268726 w 8060436"/>
              <a:gd name="csY107" fmla="*/ 1701038 h 6025007"/>
              <a:gd name="csX108" fmla="*/ 3268726 w 8060436"/>
              <a:gd name="csY108" fmla="*/ 1522349 h 6025007"/>
              <a:gd name="csX109" fmla="*/ 3187700 w 8060436"/>
              <a:gd name="csY109" fmla="*/ 1413764 h 6025007"/>
              <a:gd name="csX110" fmla="*/ 3094101 w 8060436"/>
              <a:gd name="csY110" fmla="*/ 1446784 h 6025007"/>
              <a:gd name="csX111" fmla="*/ 1677035 w 8060436"/>
              <a:gd name="csY111" fmla="*/ 1408938 h 6025007"/>
              <a:gd name="csX112" fmla="*/ 1592199 w 8060436"/>
              <a:gd name="csY112" fmla="*/ 1422908 h 6025007"/>
              <a:gd name="csX113" fmla="*/ 1592199 w 8060436"/>
              <a:gd name="csY113" fmla="*/ 1701038 h 6025007"/>
              <a:gd name="csX114" fmla="*/ 1677162 w 8060436"/>
              <a:gd name="csY114" fmla="*/ 1701038 h 6025007"/>
              <a:gd name="csX115" fmla="*/ 1677162 w 8060436"/>
              <a:gd name="csY115" fmla="*/ 1488821 h 6025007"/>
              <a:gd name="csX116" fmla="*/ 1726819 w 8060436"/>
              <a:gd name="csY116" fmla="*/ 1466977 h 6025007"/>
              <a:gd name="csX117" fmla="*/ 1753235 w 8060436"/>
              <a:gd name="csY117" fmla="*/ 1479931 h 6025007"/>
              <a:gd name="csX118" fmla="*/ 1765808 w 8060436"/>
              <a:gd name="csY118" fmla="*/ 1530350 h 6025007"/>
              <a:gd name="csX119" fmla="*/ 1765808 w 8060436"/>
              <a:gd name="csY119" fmla="*/ 1701038 h 6025007"/>
              <a:gd name="csX120" fmla="*/ 1851660 w 8060436"/>
              <a:gd name="csY120" fmla="*/ 1701038 h 6025007"/>
              <a:gd name="csX121" fmla="*/ 1851660 w 8060436"/>
              <a:gd name="csY121" fmla="*/ 1522349 h 6025007"/>
              <a:gd name="csX122" fmla="*/ 1770634 w 8060436"/>
              <a:gd name="csY122" fmla="*/ 1413764 h 6025007"/>
              <a:gd name="csX123" fmla="*/ 1677035 w 8060436"/>
              <a:gd name="csY123" fmla="*/ 1446784 h 6025007"/>
              <a:gd name="csX124" fmla="*/ 1540637 w 8060436"/>
              <a:gd name="csY124" fmla="*/ 1408684 h 6025007"/>
              <a:gd name="csX125" fmla="*/ 1455674 w 8060436"/>
              <a:gd name="csY125" fmla="*/ 1422654 h 6025007"/>
              <a:gd name="csX126" fmla="*/ 1455674 w 8060436"/>
              <a:gd name="csY126" fmla="*/ 1700911 h 6025007"/>
              <a:gd name="csX127" fmla="*/ 1540637 w 8060436"/>
              <a:gd name="csY127" fmla="*/ 1700911 h 6025007"/>
              <a:gd name="csX128" fmla="*/ 1343279 w 8060436"/>
              <a:gd name="csY128" fmla="*/ 1310767 h 6025007"/>
              <a:gd name="csX129" fmla="*/ 1188339 w 8060436"/>
              <a:gd name="csY129" fmla="*/ 1498600 h 6025007"/>
              <a:gd name="csX130" fmla="*/ 1188466 w 8060436"/>
              <a:gd name="csY130" fmla="*/ 1498600 h 6025007"/>
              <a:gd name="csX131" fmla="*/ 1323975 w 8060436"/>
              <a:gd name="csY131" fmla="*/ 1701038 h 6025007"/>
              <a:gd name="csX132" fmla="*/ 1430909 w 8060436"/>
              <a:gd name="csY132" fmla="*/ 1701038 h 6025007"/>
              <a:gd name="csX133" fmla="*/ 1273429 w 8060436"/>
              <a:gd name="csY133" fmla="*/ 1483868 h 6025007"/>
              <a:gd name="csX134" fmla="*/ 1419225 w 8060436"/>
              <a:gd name="csY134" fmla="*/ 1310767 h 6025007"/>
              <a:gd name="csX135" fmla="*/ 1104646 w 8060436"/>
              <a:gd name="csY135" fmla="*/ 1310767 h 6025007"/>
              <a:gd name="csX136" fmla="*/ 1104646 w 8060436"/>
              <a:gd name="csY136" fmla="*/ 1700911 h 6025007"/>
              <a:gd name="csX137" fmla="*/ 1188212 w 8060436"/>
              <a:gd name="csY137" fmla="*/ 1700911 h 6025007"/>
              <a:gd name="csX138" fmla="*/ 1188212 w 8060436"/>
              <a:gd name="csY138" fmla="*/ 1310767 h 6025007"/>
              <a:gd name="csX139" fmla="*/ 1498981 w 8060436"/>
              <a:gd name="csY139" fmla="*/ 1279271 h 6025007"/>
              <a:gd name="csX140" fmla="*/ 1449832 w 8060436"/>
              <a:gd name="csY140" fmla="*/ 1327658 h 6025007"/>
              <a:gd name="csX141" fmla="*/ 1498092 w 8060436"/>
              <a:gd name="csY141" fmla="*/ 1374394 h 6025007"/>
              <a:gd name="csX142" fmla="*/ 1546479 w 8060436"/>
              <a:gd name="csY142" fmla="*/ 1326896 h 6025007"/>
              <a:gd name="csX143" fmla="*/ 1498981 w 8060436"/>
              <a:gd name="csY143" fmla="*/ 1279398 h 6025007"/>
              <a:gd name="csX144" fmla="*/ 1843507 w 8060436"/>
              <a:gd name="csY144" fmla="*/ 1158352 h 6025007"/>
              <a:gd name="csX145" fmla="*/ 1843532 w 8060436"/>
              <a:gd name="csY145" fmla="*/ 1158367 h 6025007"/>
              <a:gd name="csX146" fmla="*/ 1843659 w 8060436"/>
              <a:gd name="csY146" fmla="*/ 1158494 h 6025007"/>
              <a:gd name="csX147" fmla="*/ 1875155 w 8060436"/>
              <a:gd name="csY147" fmla="*/ 1141349 h 6025007"/>
              <a:gd name="csX148" fmla="*/ 1900682 w 8060436"/>
              <a:gd name="csY148" fmla="*/ 1148715 h 6025007"/>
              <a:gd name="csX149" fmla="*/ 1863598 w 8060436"/>
              <a:gd name="csY149" fmla="*/ 1150366 h 6025007"/>
              <a:gd name="csX150" fmla="*/ 1875155 w 8060436"/>
              <a:gd name="csY150" fmla="*/ 1141349 h 6025007"/>
              <a:gd name="csX151" fmla="*/ 1958721 w 8060436"/>
              <a:gd name="csY151" fmla="*/ 1139571 h 6025007"/>
              <a:gd name="csX152" fmla="*/ 2127377 w 8060436"/>
              <a:gd name="csY152" fmla="*/ 1260856 h 6025007"/>
              <a:gd name="csX153" fmla="*/ 2223008 w 8060436"/>
              <a:gd name="csY153" fmla="*/ 1314577 h 6025007"/>
              <a:gd name="csX154" fmla="*/ 2366518 w 8060436"/>
              <a:gd name="csY154" fmla="*/ 1249553 h 6025007"/>
              <a:gd name="csX155" fmla="*/ 2366391 w 8060436"/>
              <a:gd name="csY155" fmla="*/ 1249553 h 6025007"/>
              <a:gd name="csX156" fmla="*/ 2281555 w 8060436"/>
              <a:gd name="csY156" fmla="*/ 1181989 h 6025007"/>
              <a:gd name="csX157" fmla="*/ 2266823 w 8060436"/>
              <a:gd name="csY157" fmla="*/ 1251458 h 6025007"/>
              <a:gd name="csX158" fmla="*/ 2214245 w 8060436"/>
              <a:gd name="csY158" fmla="*/ 1271143 h 6025007"/>
              <a:gd name="csX159" fmla="*/ 2242185 w 8060436"/>
              <a:gd name="csY159" fmla="*/ 1239012 h 6025007"/>
              <a:gd name="csX160" fmla="*/ 2163064 w 8060436"/>
              <a:gd name="csY160" fmla="*/ 1242695 h 6025007"/>
              <a:gd name="csX161" fmla="*/ 1958721 w 8060436"/>
              <a:gd name="csY161" fmla="*/ 1139571 h 6025007"/>
              <a:gd name="csX162" fmla="*/ 1715234 w 8060436"/>
              <a:gd name="csY162" fmla="*/ 1113893 h 6025007"/>
              <a:gd name="csX163" fmla="*/ 1729232 w 8060436"/>
              <a:gd name="csY163" fmla="*/ 1115822 h 6025007"/>
              <a:gd name="csX164" fmla="*/ 1888109 w 8060436"/>
              <a:gd name="csY164" fmla="*/ 1209548 h 6025007"/>
              <a:gd name="csX165" fmla="*/ 1923415 w 8060436"/>
              <a:gd name="csY165" fmla="*/ 1206119 h 6025007"/>
              <a:gd name="csX166" fmla="*/ 1907540 w 8060436"/>
              <a:gd name="csY166" fmla="*/ 1217803 h 6025007"/>
              <a:gd name="csX167" fmla="*/ 1941068 w 8060436"/>
              <a:gd name="csY167" fmla="*/ 1218057 h 6025007"/>
              <a:gd name="csX168" fmla="*/ 1963420 w 8060436"/>
              <a:gd name="csY168" fmla="*/ 1189736 h 6025007"/>
              <a:gd name="csX169" fmla="*/ 1963547 w 8060436"/>
              <a:gd name="csY169" fmla="*/ 1189736 h 6025007"/>
              <a:gd name="csX170" fmla="*/ 2029714 w 8060436"/>
              <a:gd name="csY170" fmla="*/ 1241679 h 6025007"/>
              <a:gd name="csX171" fmla="*/ 1960880 w 8060436"/>
              <a:gd name="csY171" fmla="*/ 1270127 h 6025007"/>
              <a:gd name="csX172" fmla="*/ 1890014 w 8060436"/>
              <a:gd name="csY172" fmla="*/ 1284351 h 6025007"/>
              <a:gd name="csX173" fmla="*/ 1814576 w 8060436"/>
              <a:gd name="csY173" fmla="*/ 1236853 h 6025007"/>
              <a:gd name="csX174" fmla="*/ 1695196 w 8060436"/>
              <a:gd name="csY174" fmla="*/ 1132967 h 6025007"/>
              <a:gd name="csX175" fmla="*/ 1715234 w 8060436"/>
              <a:gd name="csY175" fmla="*/ 1113893 h 6025007"/>
              <a:gd name="csX176" fmla="*/ 1617218 w 8060436"/>
              <a:gd name="csY176" fmla="*/ 1106678 h 6025007"/>
              <a:gd name="csX177" fmla="*/ 1605153 w 8060436"/>
              <a:gd name="csY177" fmla="*/ 1121791 h 6025007"/>
              <a:gd name="csX178" fmla="*/ 1609344 w 8060436"/>
              <a:gd name="csY178" fmla="*/ 1153541 h 6025007"/>
              <a:gd name="csX179" fmla="*/ 1651381 w 8060436"/>
              <a:gd name="csY179" fmla="*/ 1173480 h 6025007"/>
              <a:gd name="csX180" fmla="*/ 1670177 w 8060436"/>
              <a:gd name="csY180" fmla="*/ 1157732 h 6025007"/>
              <a:gd name="csX181" fmla="*/ 1661795 w 8060436"/>
              <a:gd name="csY181" fmla="*/ 1158748 h 6025007"/>
              <a:gd name="csX182" fmla="*/ 1622171 w 8060436"/>
              <a:gd name="csY182" fmla="*/ 1145286 h 6025007"/>
              <a:gd name="csX183" fmla="*/ 1617218 w 8060436"/>
              <a:gd name="csY183" fmla="*/ 1106805 h 6025007"/>
              <a:gd name="csX184" fmla="*/ 1648460 w 8060436"/>
              <a:gd name="csY184" fmla="*/ 1073912 h 6025007"/>
              <a:gd name="csX185" fmla="*/ 1655318 w 8060436"/>
              <a:gd name="csY185" fmla="*/ 1104011 h 6025007"/>
              <a:gd name="csX186" fmla="*/ 1655318 w 8060436"/>
              <a:gd name="csY186" fmla="*/ 1103884 h 6025007"/>
              <a:gd name="csX187" fmla="*/ 1663065 w 8060436"/>
              <a:gd name="csY187" fmla="*/ 1129792 h 6025007"/>
              <a:gd name="csX188" fmla="*/ 1649730 w 8060436"/>
              <a:gd name="csY188" fmla="*/ 1134364 h 6025007"/>
              <a:gd name="csX189" fmla="*/ 1648460 w 8060436"/>
              <a:gd name="csY189" fmla="*/ 1073912 h 6025007"/>
              <a:gd name="csX190" fmla="*/ 1705991 w 8060436"/>
              <a:gd name="csY190" fmla="*/ 1053592 h 6025007"/>
              <a:gd name="csX191" fmla="*/ 1775968 w 8060436"/>
              <a:gd name="csY191" fmla="*/ 1089406 h 6025007"/>
              <a:gd name="csX192" fmla="*/ 1815937 w 8060436"/>
              <a:gd name="csY192" fmla="*/ 1132608 h 6025007"/>
              <a:gd name="csX193" fmla="*/ 1843507 w 8060436"/>
              <a:gd name="csY193" fmla="*/ 1158352 h 6025007"/>
              <a:gd name="csX194" fmla="*/ 1787335 w 8060436"/>
              <a:gd name="csY194" fmla="*/ 1124776 h 6025007"/>
              <a:gd name="csX195" fmla="*/ 1727708 w 8060436"/>
              <a:gd name="csY195" fmla="*/ 1094994 h 6025007"/>
              <a:gd name="csX196" fmla="*/ 1739519 w 8060436"/>
              <a:gd name="csY196" fmla="*/ 1090930 h 6025007"/>
              <a:gd name="csX197" fmla="*/ 1702689 w 8060436"/>
              <a:gd name="csY197" fmla="*/ 1098550 h 6025007"/>
              <a:gd name="csX198" fmla="*/ 1685544 w 8060436"/>
              <a:gd name="csY198" fmla="*/ 1116965 h 6025007"/>
              <a:gd name="csX199" fmla="*/ 1671574 w 8060436"/>
              <a:gd name="csY199" fmla="*/ 1089787 h 6025007"/>
              <a:gd name="csX200" fmla="*/ 1705991 w 8060436"/>
              <a:gd name="csY200" fmla="*/ 1053592 h 6025007"/>
              <a:gd name="csX201" fmla="*/ 2089785 w 8060436"/>
              <a:gd name="csY201" fmla="*/ 1052068 h 6025007"/>
              <a:gd name="csX202" fmla="*/ 2148078 w 8060436"/>
              <a:gd name="csY202" fmla="*/ 1127125 h 6025007"/>
              <a:gd name="csX203" fmla="*/ 2125345 w 8060436"/>
              <a:gd name="csY203" fmla="*/ 1120140 h 6025007"/>
              <a:gd name="csX204" fmla="*/ 2089785 w 8060436"/>
              <a:gd name="csY204" fmla="*/ 1052068 h 6025007"/>
              <a:gd name="csX205" fmla="*/ 1980819 w 8060436"/>
              <a:gd name="csY205" fmla="*/ 1023366 h 6025007"/>
              <a:gd name="csX206" fmla="*/ 1990598 w 8060436"/>
              <a:gd name="csY206" fmla="*/ 1049655 h 6025007"/>
              <a:gd name="csX207" fmla="*/ 1980819 w 8060436"/>
              <a:gd name="csY207" fmla="*/ 1023366 h 6025007"/>
              <a:gd name="csX208" fmla="*/ 2035683 w 8060436"/>
              <a:gd name="csY208" fmla="*/ 1002792 h 6025007"/>
              <a:gd name="csX209" fmla="*/ 2020316 w 8060436"/>
              <a:gd name="csY209" fmla="*/ 1054608 h 6025007"/>
              <a:gd name="csX210" fmla="*/ 2024380 w 8060436"/>
              <a:gd name="csY210" fmla="*/ 1058545 h 6025007"/>
              <a:gd name="csX211" fmla="*/ 2043557 w 8060436"/>
              <a:gd name="csY211" fmla="*/ 1040257 h 6025007"/>
              <a:gd name="csX212" fmla="*/ 2043430 w 8060436"/>
              <a:gd name="csY212" fmla="*/ 1040257 h 6025007"/>
              <a:gd name="csX213" fmla="*/ 2047875 w 8060436"/>
              <a:gd name="csY213" fmla="*/ 1007618 h 6025007"/>
              <a:gd name="csX214" fmla="*/ 2035683 w 8060436"/>
              <a:gd name="csY214" fmla="*/ 1002792 h 6025007"/>
              <a:gd name="csX215" fmla="*/ 2216531 w 8060436"/>
              <a:gd name="csY215" fmla="*/ 951230 h 6025007"/>
              <a:gd name="csX216" fmla="*/ 2216851 w 8060436"/>
              <a:gd name="csY216" fmla="*/ 951587 h 6025007"/>
              <a:gd name="csX217" fmla="*/ 2220582 w 8060436"/>
              <a:gd name="csY217" fmla="*/ 958495 h 6025007"/>
              <a:gd name="csX218" fmla="*/ 2419858 w 8060436"/>
              <a:gd name="csY218" fmla="*/ 1206500 h 6025007"/>
              <a:gd name="csX219" fmla="*/ 2621280 w 8060436"/>
              <a:gd name="csY219" fmla="*/ 1242441 h 6025007"/>
              <a:gd name="csX220" fmla="*/ 2737104 w 8060436"/>
              <a:gd name="csY220" fmla="*/ 1227074 h 6025007"/>
              <a:gd name="csX221" fmla="*/ 2572258 w 8060436"/>
              <a:gd name="csY221" fmla="*/ 1202436 h 6025007"/>
              <a:gd name="csX222" fmla="*/ 2384171 w 8060436"/>
              <a:gd name="csY222" fmla="*/ 1117092 h 6025007"/>
              <a:gd name="csX223" fmla="*/ 2221734 w 8060436"/>
              <a:gd name="csY223" fmla="*/ 957039 h 6025007"/>
              <a:gd name="csX224" fmla="*/ 2216851 w 8060436"/>
              <a:gd name="csY224" fmla="*/ 951587 h 6025007"/>
              <a:gd name="csX225" fmla="*/ 2216658 w 8060436"/>
              <a:gd name="csY225" fmla="*/ 951230 h 6025007"/>
              <a:gd name="csX226" fmla="*/ 2217674 w 8060436"/>
              <a:gd name="csY226" fmla="*/ 921893 h 6025007"/>
              <a:gd name="csX227" fmla="*/ 2217954 w 8060436"/>
              <a:gd name="csY227" fmla="*/ 922064 h 6025007"/>
              <a:gd name="csX228" fmla="*/ 2223483 w 8060436"/>
              <a:gd name="csY228" fmla="*/ 928223 h 6025007"/>
              <a:gd name="csX229" fmla="*/ 2438654 w 8060436"/>
              <a:gd name="csY229" fmla="*/ 1108964 h 6025007"/>
              <a:gd name="csX230" fmla="*/ 2937764 w 8060436"/>
              <a:gd name="csY230" fmla="*/ 1157986 h 6025007"/>
              <a:gd name="csX231" fmla="*/ 2621788 w 8060436"/>
              <a:gd name="csY231" fmla="*/ 1110869 h 6025007"/>
              <a:gd name="csX232" fmla="*/ 2321433 w 8060436"/>
              <a:gd name="csY232" fmla="*/ 978027 h 6025007"/>
              <a:gd name="csX233" fmla="*/ 2227529 w 8060436"/>
              <a:gd name="csY233" fmla="*/ 927896 h 6025007"/>
              <a:gd name="csX234" fmla="*/ 2217954 w 8060436"/>
              <a:gd name="csY234" fmla="*/ 922064 h 6025007"/>
              <a:gd name="csX235" fmla="*/ 2217801 w 8060436"/>
              <a:gd name="csY235" fmla="*/ 921893 h 6025007"/>
              <a:gd name="csX236" fmla="*/ 2016760 w 8060436"/>
              <a:gd name="csY236" fmla="*/ 894715 h 6025007"/>
              <a:gd name="csX237" fmla="*/ 1962277 w 8060436"/>
              <a:gd name="csY237" fmla="*/ 934339 h 6025007"/>
              <a:gd name="csX238" fmla="*/ 1986026 w 8060436"/>
              <a:gd name="csY238" fmla="*/ 934339 h 6025007"/>
              <a:gd name="csX239" fmla="*/ 2095500 w 8060436"/>
              <a:gd name="csY239" fmla="*/ 990600 h 6025007"/>
              <a:gd name="csX240" fmla="*/ 2096897 w 8060436"/>
              <a:gd name="csY240" fmla="*/ 984250 h 6025007"/>
              <a:gd name="csX241" fmla="*/ 2053209 w 8060436"/>
              <a:gd name="csY241" fmla="*/ 930910 h 6025007"/>
              <a:gd name="csX242" fmla="*/ 2122043 w 8060436"/>
              <a:gd name="csY242" fmla="*/ 984631 h 6025007"/>
              <a:gd name="csX243" fmla="*/ 2114804 w 8060436"/>
              <a:gd name="csY243" fmla="*/ 956691 h 6025007"/>
              <a:gd name="csX244" fmla="*/ 2057654 w 8060436"/>
              <a:gd name="csY244" fmla="*/ 920750 h 6025007"/>
              <a:gd name="csX245" fmla="*/ 2054733 w 8060436"/>
              <a:gd name="csY245" fmla="*/ 913511 h 6025007"/>
              <a:gd name="csX246" fmla="*/ 2076520 w 8060436"/>
              <a:gd name="csY246" fmla="*/ 913763 h 6025007"/>
              <a:gd name="csX247" fmla="*/ 2076577 w 8060436"/>
              <a:gd name="csY247" fmla="*/ 914019 h 6025007"/>
              <a:gd name="csX248" fmla="*/ 2076704 w 8060436"/>
              <a:gd name="csY248" fmla="*/ 913765 h 6025007"/>
              <a:gd name="csX249" fmla="*/ 2076520 w 8060436"/>
              <a:gd name="csY249" fmla="*/ 913763 h 6025007"/>
              <a:gd name="csX250" fmla="*/ 2073783 w 8060436"/>
              <a:gd name="csY250" fmla="*/ 901573 h 6025007"/>
              <a:gd name="csX251" fmla="*/ 2016760 w 8060436"/>
              <a:gd name="csY251" fmla="*/ 894715 h 6025007"/>
              <a:gd name="csX252" fmla="*/ 2211832 w 8060436"/>
              <a:gd name="csY252" fmla="*/ 886968 h 6025007"/>
              <a:gd name="csX253" fmla="*/ 2211832 w 8060436"/>
              <a:gd name="csY253" fmla="*/ 887095 h 6025007"/>
              <a:gd name="csX254" fmla="*/ 2212223 w 8060436"/>
              <a:gd name="csY254" fmla="*/ 887232 h 6025007"/>
              <a:gd name="csX255" fmla="*/ 2226342 w 8060436"/>
              <a:gd name="csY255" fmla="*/ 896795 h 6025007"/>
              <a:gd name="csX256" fmla="*/ 2266569 w 8060436"/>
              <a:gd name="csY256" fmla="*/ 921385 h 6025007"/>
              <a:gd name="csX257" fmla="*/ 2406142 w 8060436"/>
              <a:gd name="csY257" fmla="*/ 971042 h 6025007"/>
              <a:gd name="csX258" fmla="*/ 2631186 w 8060436"/>
              <a:gd name="csY258" fmla="*/ 1060196 h 6025007"/>
              <a:gd name="csX259" fmla="*/ 2744851 w 8060436"/>
              <a:gd name="csY259" fmla="*/ 1063752 h 6025007"/>
              <a:gd name="csX260" fmla="*/ 2682367 w 8060436"/>
              <a:gd name="csY260" fmla="*/ 1046226 h 6025007"/>
              <a:gd name="csX261" fmla="*/ 2580640 w 8060436"/>
              <a:gd name="csY261" fmla="*/ 972566 h 6025007"/>
              <a:gd name="csX262" fmla="*/ 2281301 w 8060436"/>
              <a:gd name="csY262" fmla="*/ 906018 h 6025007"/>
              <a:gd name="csX263" fmla="*/ 2218561 w 8060436"/>
              <a:gd name="csY263" fmla="*/ 889463 h 6025007"/>
              <a:gd name="csX264" fmla="*/ 2212223 w 8060436"/>
              <a:gd name="csY264" fmla="*/ 887232 h 6025007"/>
              <a:gd name="csX265" fmla="*/ 2407412 w 8060436"/>
              <a:gd name="csY265" fmla="*/ 822960 h 6025007"/>
              <a:gd name="csX266" fmla="*/ 2213610 w 8060436"/>
              <a:gd name="csY266" fmla="*/ 852678 h 6025007"/>
              <a:gd name="csX267" fmla="*/ 2156460 w 8060436"/>
              <a:gd name="csY267" fmla="*/ 848995 h 6025007"/>
              <a:gd name="csX268" fmla="*/ 2156587 w 8060436"/>
              <a:gd name="csY268" fmla="*/ 849122 h 6025007"/>
              <a:gd name="csX269" fmla="*/ 2249551 w 8060436"/>
              <a:gd name="csY269" fmla="*/ 878332 h 6025007"/>
              <a:gd name="csX270" fmla="*/ 2385060 w 8060436"/>
              <a:gd name="csY270" fmla="*/ 886206 h 6025007"/>
              <a:gd name="csX271" fmla="*/ 2553970 w 8060436"/>
              <a:gd name="csY271" fmla="*/ 932815 h 6025007"/>
              <a:gd name="csX272" fmla="*/ 2600198 w 8060436"/>
              <a:gd name="csY272" fmla="*/ 934212 h 6025007"/>
              <a:gd name="csX273" fmla="*/ 2545461 w 8060436"/>
              <a:gd name="csY273" fmla="*/ 909828 h 6025007"/>
              <a:gd name="csX274" fmla="*/ 2407412 w 8060436"/>
              <a:gd name="csY274" fmla="*/ 822960 h 6025007"/>
              <a:gd name="csX275" fmla="*/ 2322330 w 8060436"/>
              <a:gd name="csY275" fmla="*/ 758883 h 6025007"/>
              <a:gd name="csX276" fmla="*/ 2283968 w 8060436"/>
              <a:gd name="csY276" fmla="*/ 763270 h 6025007"/>
              <a:gd name="csX277" fmla="*/ 2173351 w 8060436"/>
              <a:gd name="csY277" fmla="*/ 819150 h 6025007"/>
              <a:gd name="csX278" fmla="*/ 2102231 w 8060436"/>
              <a:gd name="csY278" fmla="*/ 827024 h 6025007"/>
              <a:gd name="csX279" fmla="*/ 2196465 w 8060436"/>
              <a:gd name="csY279" fmla="*/ 835533 h 6025007"/>
              <a:gd name="csX280" fmla="*/ 2356231 w 8060436"/>
              <a:gd name="csY280" fmla="*/ 802132 h 6025007"/>
              <a:gd name="csX281" fmla="*/ 2414016 w 8060436"/>
              <a:gd name="csY281" fmla="*/ 811911 h 6025007"/>
              <a:gd name="csX282" fmla="*/ 2435987 w 8060436"/>
              <a:gd name="csY282" fmla="*/ 810133 h 6025007"/>
              <a:gd name="csX283" fmla="*/ 2408555 w 8060436"/>
              <a:gd name="csY283" fmla="*/ 797941 h 6025007"/>
              <a:gd name="csX284" fmla="*/ 2322330 w 8060436"/>
              <a:gd name="csY284" fmla="*/ 758883 h 6025007"/>
              <a:gd name="csX285" fmla="*/ 2152495 w 8060436"/>
              <a:gd name="csY285" fmla="*/ 747328 h 6025007"/>
              <a:gd name="csX286" fmla="*/ 2105025 w 8060436"/>
              <a:gd name="csY286" fmla="*/ 752221 h 6025007"/>
              <a:gd name="csX287" fmla="*/ 2031238 w 8060436"/>
              <a:gd name="csY287" fmla="*/ 818261 h 6025007"/>
              <a:gd name="csX288" fmla="*/ 1979930 w 8060436"/>
              <a:gd name="csY288" fmla="*/ 873379 h 6025007"/>
              <a:gd name="csX289" fmla="*/ 1898396 w 8060436"/>
              <a:gd name="csY289" fmla="*/ 904494 h 6025007"/>
              <a:gd name="csX290" fmla="*/ 1896618 w 8060436"/>
              <a:gd name="csY290" fmla="*/ 912876 h 6025007"/>
              <a:gd name="csX291" fmla="*/ 1920875 w 8060436"/>
              <a:gd name="csY291" fmla="*/ 964311 h 6025007"/>
              <a:gd name="csX292" fmla="*/ 1911985 w 8060436"/>
              <a:gd name="csY292" fmla="*/ 964692 h 6025007"/>
              <a:gd name="csX293" fmla="*/ 1887093 w 8060436"/>
              <a:gd name="csY293" fmla="*/ 926338 h 6025007"/>
              <a:gd name="csX294" fmla="*/ 1885696 w 8060436"/>
              <a:gd name="csY294" fmla="*/ 932688 h 6025007"/>
              <a:gd name="csX295" fmla="*/ 1902206 w 8060436"/>
              <a:gd name="csY295" fmla="*/ 969264 h 6025007"/>
              <a:gd name="csX296" fmla="*/ 1955038 w 8060436"/>
              <a:gd name="csY296" fmla="*/ 1000252 h 6025007"/>
              <a:gd name="csX297" fmla="*/ 1966849 w 8060436"/>
              <a:gd name="csY297" fmla="*/ 1037971 h 6025007"/>
              <a:gd name="csX298" fmla="*/ 1871218 w 8060436"/>
              <a:gd name="csY298" fmla="*/ 1011047 h 6025007"/>
              <a:gd name="csX299" fmla="*/ 1823593 w 8060436"/>
              <a:gd name="csY299" fmla="*/ 1038352 h 6025007"/>
              <a:gd name="csX300" fmla="*/ 1821561 w 8060436"/>
              <a:gd name="csY300" fmla="*/ 1068705 h 6025007"/>
              <a:gd name="csX301" fmla="*/ 1803908 w 8060436"/>
              <a:gd name="csY301" fmla="*/ 1091057 h 6025007"/>
              <a:gd name="csX302" fmla="*/ 1739900 w 8060436"/>
              <a:gd name="csY302" fmla="*/ 1048385 h 6025007"/>
              <a:gd name="csX303" fmla="*/ 1671701 w 8060436"/>
              <a:gd name="csY303" fmla="*/ 1047877 h 6025007"/>
              <a:gd name="csX304" fmla="*/ 1636776 w 8060436"/>
              <a:gd name="csY304" fmla="*/ 1066927 h 6025007"/>
              <a:gd name="csX305" fmla="*/ 1623441 w 8060436"/>
              <a:gd name="csY305" fmla="*/ 1119124 h 6025007"/>
              <a:gd name="csX306" fmla="*/ 1645412 w 8060436"/>
              <a:gd name="csY306" fmla="*/ 1150239 h 6025007"/>
              <a:gd name="csX307" fmla="*/ 1686433 w 8060436"/>
              <a:gd name="csY307" fmla="*/ 1143635 h 6025007"/>
              <a:gd name="csX308" fmla="*/ 1852930 w 8060436"/>
              <a:gd name="csY308" fmla="*/ 1302131 h 6025007"/>
              <a:gd name="csX309" fmla="*/ 1888744 w 8060436"/>
              <a:gd name="csY309" fmla="*/ 1340612 h 6025007"/>
              <a:gd name="csX310" fmla="*/ 2088515 w 8060436"/>
              <a:gd name="csY310" fmla="*/ 1292987 h 6025007"/>
              <a:gd name="csX311" fmla="*/ 2102231 w 8060436"/>
              <a:gd name="csY311" fmla="*/ 1280414 h 6025007"/>
              <a:gd name="csX312" fmla="*/ 2205990 w 8060436"/>
              <a:gd name="csY312" fmla="*/ 1331087 h 6025007"/>
              <a:gd name="csX313" fmla="*/ 2218055 w 8060436"/>
              <a:gd name="csY313" fmla="*/ 1346835 h 6025007"/>
              <a:gd name="csX314" fmla="*/ 2250821 w 8060436"/>
              <a:gd name="csY314" fmla="*/ 1327404 h 6025007"/>
              <a:gd name="csX315" fmla="*/ 2452577 w 8060436"/>
              <a:gd name="csY315" fmla="*/ 1401259 h 6025007"/>
              <a:gd name="csX316" fmla="*/ 2491127 w 8060436"/>
              <a:gd name="csY316" fmla="*/ 1411080 h 6025007"/>
              <a:gd name="csX317" fmla="*/ 2418588 w 8060436"/>
              <a:gd name="csY317" fmla="*/ 1422273 h 6025007"/>
              <a:gd name="csX318" fmla="*/ 2418588 w 8060436"/>
              <a:gd name="csY318" fmla="*/ 1834007 h 6025007"/>
              <a:gd name="csX319" fmla="*/ 2503551 w 8060436"/>
              <a:gd name="csY319" fmla="*/ 1834007 h 6025007"/>
              <a:gd name="csX320" fmla="*/ 2503551 w 8060436"/>
              <a:gd name="csY320" fmla="*/ 1834134 h 6025007"/>
              <a:gd name="csX321" fmla="*/ 2503805 w 8060436"/>
              <a:gd name="csY321" fmla="*/ 1834007 h 6025007"/>
              <a:gd name="csX322" fmla="*/ 2503551 w 8060436"/>
              <a:gd name="csY322" fmla="*/ 1834007 h 6025007"/>
              <a:gd name="csX323" fmla="*/ 2503551 w 8060436"/>
              <a:gd name="csY323" fmla="*/ 1474978 h 6025007"/>
              <a:gd name="csX324" fmla="*/ 2551430 w 8060436"/>
              <a:gd name="csY324" fmla="*/ 1458341 h 6025007"/>
              <a:gd name="csX325" fmla="*/ 2576195 w 8060436"/>
              <a:gd name="csY325" fmla="*/ 1467104 h 6025007"/>
              <a:gd name="csX326" fmla="*/ 2608326 w 8060436"/>
              <a:gd name="csY326" fmla="*/ 1559052 h 6025007"/>
              <a:gd name="csX327" fmla="*/ 2543175 w 8060436"/>
              <a:gd name="csY327" fmla="*/ 1672844 h 6025007"/>
              <a:gd name="csX328" fmla="*/ 2509139 w 8060436"/>
              <a:gd name="csY328" fmla="*/ 1664462 h 6025007"/>
              <a:gd name="csX329" fmla="*/ 2516505 w 8060436"/>
              <a:gd name="csY329" fmla="*/ 1700276 h 6025007"/>
              <a:gd name="csX330" fmla="*/ 2556256 w 8060436"/>
              <a:gd name="csY330" fmla="*/ 1708023 h 6025007"/>
              <a:gd name="csX331" fmla="*/ 2573528 w 8060436"/>
              <a:gd name="csY331" fmla="*/ 1707261 h 6025007"/>
              <a:gd name="csX332" fmla="*/ 2698369 w 8060436"/>
              <a:gd name="csY332" fmla="*/ 1547114 h 6025007"/>
              <a:gd name="csX333" fmla="*/ 2697607 w 8060436"/>
              <a:gd name="csY333" fmla="*/ 1529842 h 6025007"/>
              <a:gd name="csX334" fmla="*/ 2678938 w 8060436"/>
              <a:gd name="csY334" fmla="*/ 1465834 h 6025007"/>
              <a:gd name="csX335" fmla="*/ 2672811 w 8060436"/>
              <a:gd name="csY335" fmla="*/ 1455877 h 6025007"/>
              <a:gd name="csX336" fmla="*/ 2733894 w 8060436"/>
              <a:gd name="csY336" fmla="*/ 1467825 h 6025007"/>
              <a:gd name="csX337" fmla="*/ 2866400 w 8060436"/>
              <a:gd name="csY337" fmla="*/ 1487797 h 6025007"/>
              <a:gd name="csX338" fmla="*/ 2877287 w 8060436"/>
              <a:gd name="csY338" fmla="*/ 1488898 h 6025007"/>
              <a:gd name="csX339" fmla="*/ 2877552 w 8060436"/>
              <a:gd name="csY339" fmla="*/ 1489595 h 6025007"/>
              <a:gd name="csX340" fmla="*/ 2878709 w 8060436"/>
              <a:gd name="csY340" fmla="*/ 1501267 h 6025007"/>
              <a:gd name="csX341" fmla="*/ 2878709 w 8060436"/>
              <a:gd name="csY341" fmla="*/ 1525778 h 6025007"/>
              <a:gd name="csX342" fmla="*/ 2718181 w 8060436"/>
              <a:gd name="csY342" fmla="*/ 1634490 h 6025007"/>
              <a:gd name="csX343" fmla="*/ 2804922 w 8060436"/>
              <a:gd name="csY343" fmla="*/ 1709039 h 6025007"/>
              <a:gd name="csX344" fmla="*/ 2821686 w 8060436"/>
              <a:gd name="csY344" fmla="*/ 1708277 h 6025007"/>
              <a:gd name="csX345" fmla="*/ 2867787 w 8060436"/>
              <a:gd name="csY345" fmla="*/ 1695831 h 6025007"/>
              <a:gd name="csX346" fmla="*/ 2873375 w 8060436"/>
              <a:gd name="csY346" fmla="*/ 1658239 h 6025007"/>
              <a:gd name="csX347" fmla="*/ 2838450 w 8060436"/>
              <a:gd name="csY347" fmla="*/ 1665732 h 6025007"/>
              <a:gd name="csX348" fmla="*/ 2822321 w 8060436"/>
              <a:gd name="csY348" fmla="*/ 1663827 h 6025007"/>
              <a:gd name="csX349" fmla="*/ 2805684 w 8060436"/>
              <a:gd name="csY349" fmla="*/ 1628140 h 6025007"/>
              <a:gd name="csX350" fmla="*/ 2871724 w 8060436"/>
              <a:gd name="csY350" fmla="*/ 1561084 h 6025007"/>
              <a:gd name="csX351" fmla="*/ 2878455 w 8060436"/>
              <a:gd name="csY351" fmla="*/ 1561084 h 6025007"/>
              <a:gd name="csX352" fmla="*/ 2878455 w 8060436"/>
              <a:gd name="csY352" fmla="*/ 1668780 h 6025007"/>
              <a:gd name="csX353" fmla="*/ 2878328 w 8060436"/>
              <a:gd name="csY353" fmla="*/ 1668653 h 6025007"/>
              <a:gd name="csX354" fmla="*/ 2905506 w 8060436"/>
              <a:gd name="csY354" fmla="*/ 1700657 h 6025007"/>
              <a:gd name="csX355" fmla="*/ 2989072 w 8060436"/>
              <a:gd name="csY355" fmla="*/ 1700657 h 6025007"/>
              <a:gd name="csX356" fmla="*/ 2964561 w 8060436"/>
              <a:gd name="csY356" fmla="*/ 1662811 h 6025007"/>
              <a:gd name="csX357" fmla="*/ 2964561 w 8060436"/>
              <a:gd name="csY357" fmla="*/ 1507998 h 6025007"/>
              <a:gd name="csX358" fmla="*/ 2946146 w 8060436"/>
              <a:gd name="csY358" fmla="*/ 1449451 h 6025007"/>
              <a:gd name="csX359" fmla="*/ 2815209 w 8060436"/>
              <a:gd name="csY359" fmla="*/ 1412494 h 6025007"/>
              <a:gd name="csX360" fmla="*/ 2745232 w 8060436"/>
              <a:gd name="csY360" fmla="*/ 1431417 h 6025007"/>
              <a:gd name="csX361" fmla="*/ 2742697 w 8060436"/>
              <a:gd name="csY361" fmla="*/ 1451103 h 6025007"/>
              <a:gd name="csX362" fmla="*/ 2717816 w 8060436"/>
              <a:gd name="csY362" fmla="*/ 1445190 h 6025007"/>
              <a:gd name="csX363" fmla="*/ 2632818 w 8060436"/>
              <a:gd name="csY363" fmla="*/ 1422137 h 6025007"/>
              <a:gd name="csX364" fmla="*/ 2628789 w 8060436"/>
              <a:gd name="csY364" fmla="*/ 1419193 h 6025007"/>
              <a:gd name="csX365" fmla="*/ 2604003 w 8060436"/>
              <a:gd name="csY365" fmla="*/ 1414322 h 6025007"/>
              <a:gd name="csX366" fmla="*/ 2570728 w 8060436"/>
              <a:gd name="csY366" fmla="*/ 1405298 h 6025007"/>
              <a:gd name="csX367" fmla="*/ 2417572 w 8060436"/>
              <a:gd name="csY367" fmla="*/ 1353185 h 6025007"/>
              <a:gd name="csX368" fmla="*/ 2385441 w 8060436"/>
              <a:gd name="csY368" fmla="*/ 1296670 h 6025007"/>
              <a:gd name="csX369" fmla="*/ 2394585 w 8060436"/>
              <a:gd name="csY369" fmla="*/ 1274445 h 6025007"/>
              <a:gd name="csX370" fmla="*/ 2222881 w 8060436"/>
              <a:gd name="csY370" fmla="*/ 1330071 h 6025007"/>
              <a:gd name="csX371" fmla="*/ 2085467 w 8060436"/>
              <a:gd name="csY371" fmla="*/ 1257173 h 6025007"/>
              <a:gd name="csX372" fmla="*/ 1931924 w 8060436"/>
              <a:gd name="csY372" fmla="*/ 1129792 h 6025007"/>
              <a:gd name="csX373" fmla="*/ 1938020 w 8060436"/>
              <a:gd name="csY373" fmla="*/ 1153160 h 6025007"/>
              <a:gd name="csX374" fmla="*/ 1838198 w 8060436"/>
              <a:gd name="csY374" fmla="*/ 1125347 h 6025007"/>
              <a:gd name="csX375" fmla="*/ 1861312 w 8060436"/>
              <a:gd name="csY375" fmla="*/ 1141222 h 6025007"/>
              <a:gd name="csX376" fmla="*/ 1843151 w 8060436"/>
              <a:gd name="csY376" fmla="*/ 1143889 h 6025007"/>
              <a:gd name="csX377" fmla="*/ 1818005 w 8060436"/>
              <a:gd name="csY377" fmla="*/ 1096645 h 6025007"/>
              <a:gd name="csX378" fmla="*/ 1881505 w 8060436"/>
              <a:gd name="csY378" fmla="*/ 1088136 h 6025007"/>
              <a:gd name="csX379" fmla="*/ 1886585 w 8060436"/>
              <a:gd name="csY379" fmla="*/ 1084834 h 6025007"/>
              <a:gd name="csX380" fmla="*/ 1849501 w 8060436"/>
              <a:gd name="csY380" fmla="*/ 1072515 h 6025007"/>
              <a:gd name="csX381" fmla="*/ 1837055 w 8060436"/>
              <a:gd name="csY381" fmla="*/ 1047877 h 6025007"/>
              <a:gd name="csX382" fmla="*/ 1911731 w 8060436"/>
              <a:gd name="csY382" fmla="*/ 1059307 h 6025007"/>
              <a:gd name="csX383" fmla="*/ 1883918 w 8060436"/>
              <a:gd name="csY383" fmla="*/ 1024763 h 6025007"/>
              <a:gd name="csX384" fmla="*/ 1907159 w 8060436"/>
              <a:gd name="csY384" fmla="*/ 1018667 h 6025007"/>
              <a:gd name="csX385" fmla="*/ 2044827 w 8060436"/>
              <a:gd name="csY385" fmla="*/ 1096391 h 6025007"/>
              <a:gd name="csX386" fmla="*/ 2105660 w 8060436"/>
              <a:gd name="csY386" fmla="*/ 1131316 h 6025007"/>
              <a:gd name="csX387" fmla="*/ 2259330 w 8060436"/>
              <a:gd name="csY387" fmla="*/ 1175004 h 6025007"/>
              <a:gd name="csX388" fmla="*/ 2234311 w 8060436"/>
              <a:gd name="csY388" fmla="*/ 1147699 h 6025007"/>
              <a:gd name="csX389" fmla="*/ 2146300 w 8060436"/>
              <a:gd name="csY389" fmla="*/ 981456 h 6025007"/>
              <a:gd name="csX390" fmla="*/ 2177796 w 8060436"/>
              <a:gd name="csY390" fmla="*/ 1133475 h 6025007"/>
              <a:gd name="csX391" fmla="*/ 2061718 w 8060436"/>
              <a:gd name="csY391" fmla="*/ 1016254 h 6025007"/>
              <a:gd name="csX392" fmla="*/ 2101977 w 8060436"/>
              <a:gd name="csY392" fmla="*/ 1106297 h 6025007"/>
              <a:gd name="csX393" fmla="*/ 2099437 w 8060436"/>
              <a:gd name="csY393" fmla="*/ 1107948 h 6025007"/>
              <a:gd name="csX394" fmla="*/ 2054606 w 8060436"/>
              <a:gd name="csY394" fmla="*/ 1080770 h 6025007"/>
              <a:gd name="csX395" fmla="*/ 2004187 w 8060436"/>
              <a:gd name="csY395" fmla="*/ 1059053 h 6025007"/>
              <a:gd name="csX396" fmla="*/ 2018157 w 8060436"/>
              <a:gd name="csY396" fmla="*/ 1024636 h 6025007"/>
              <a:gd name="csX397" fmla="*/ 1991487 w 8060436"/>
              <a:gd name="csY397" fmla="*/ 963930 h 6025007"/>
              <a:gd name="csX398" fmla="*/ 1954530 w 8060436"/>
              <a:gd name="csY398" fmla="*/ 982472 h 6025007"/>
              <a:gd name="csX399" fmla="*/ 1922526 w 8060436"/>
              <a:gd name="csY399" fmla="*/ 935990 h 6025007"/>
              <a:gd name="csX400" fmla="*/ 1940814 w 8060436"/>
              <a:gd name="csY400" fmla="*/ 922274 h 6025007"/>
              <a:gd name="csX401" fmla="*/ 1921510 w 8060436"/>
              <a:gd name="csY401" fmla="*/ 909320 h 6025007"/>
              <a:gd name="csX402" fmla="*/ 1991614 w 8060436"/>
              <a:gd name="csY402" fmla="*/ 880110 h 6025007"/>
              <a:gd name="csX403" fmla="*/ 2093595 w 8060436"/>
              <a:gd name="csY403" fmla="*/ 897382 h 6025007"/>
              <a:gd name="csX404" fmla="*/ 2094992 w 8060436"/>
              <a:gd name="csY404" fmla="*/ 892302 h 6025007"/>
              <a:gd name="csX405" fmla="*/ 2039239 w 8060436"/>
              <a:gd name="csY405" fmla="*/ 854075 h 6025007"/>
              <a:gd name="csX406" fmla="*/ 1992122 w 8060436"/>
              <a:gd name="csY406" fmla="*/ 867156 h 6025007"/>
              <a:gd name="csX407" fmla="*/ 2042287 w 8060436"/>
              <a:gd name="csY407" fmla="*/ 818896 h 6025007"/>
              <a:gd name="csX408" fmla="*/ 2108200 w 8060436"/>
              <a:gd name="csY408" fmla="*/ 789559 h 6025007"/>
              <a:gd name="csX409" fmla="*/ 2158619 w 8060436"/>
              <a:gd name="csY409" fmla="*/ 748284 h 6025007"/>
              <a:gd name="csX410" fmla="*/ 2152495 w 8060436"/>
              <a:gd name="csY410" fmla="*/ 747328 h 6025007"/>
              <a:gd name="csX411" fmla="*/ 2212213 w 8060436"/>
              <a:gd name="csY411" fmla="*/ 742061 h 6025007"/>
              <a:gd name="csX412" fmla="*/ 2122297 w 8060436"/>
              <a:gd name="csY412" fmla="*/ 795528 h 6025007"/>
              <a:gd name="csX413" fmla="*/ 2052074 w 8060436"/>
              <a:gd name="csY413" fmla="*/ 818156 h 6025007"/>
              <a:gd name="csX414" fmla="*/ 2045485 w 8060436"/>
              <a:gd name="csY414" fmla="*/ 818755 h 6025007"/>
              <a:gd name="csX415" fmla="*/ 2043938 w 8060436"/>
              <a:gd name="csY415" fmla="*/ 818769 h 6025007"/>
              <a:gd name="csX416" fmla="*/ 2043938 w 8060436"/>
              <a:gd name="csY416" fmla="*/ 818896 h 6025007"/>
              <a:gd name="csX417" fmla="*/ 2045485 w 8060436"/>
              <a:gd name="csY417" fmla="*/ 818755 h 6025007"/>
              <a:gd name="csX418" fmla="*/ 2053277 w 8060436"/>
              <a:gd name="csY418" fmla="*/ 818686 h 6025007"/>
              <a:gd name="csX419" fmla="*/ 2138680 w 8060436"/>
              <a:gd name="csY419" fmla="*/ 810006 h 6025007"/>
              <a:gd name="csX420" fmla="*/ 2237740 w 8060436"/>
              <a:gd name="csY420" fmla="*/ 757174 h 6025007"/>
              <a:gd name="csX421" fmla="*/ 2275967 w 8060436"/>
              <a:gd name="csY421" fmla="*/ 751713 h 6025007"/>
              <a:gd name="csX422" fmla="*/ 2212213 w 8060436"/>
              <a:gd name="csY422" fmla="*/ 742061 h 6025007"/>
              <a:gd name="csX423" fmla="*/ 0 w 8060436"/>
              <a:gd name="csY423" fmla="*/ 0 h 6025007"/>
              <a:gd name="csX424" fmla="*/ 8060436 w 8060436"/>
              <a:gd name="csY424" fmla="*/ 0 h 6025007"/>
              <a:gd name="csX425" fmla="*/ 8060436 w 8060436"/>
              <a:gd name="csY425" fmla="*/ 4493133 h 6025007"/>
              <a:gd name="csX426" fmla="*/ 5417820 w 8060436"/>
              <a:gd name="csY426" fmla="*/ 6025007 h 6025007"/>
              <a:gd name="csX427" fmla="*/ 0 w 8060436"/>
              <a:gd name="csY427" fmla="*/ 6025007 h 6025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</a:cxnLst>
            <a:rect l="l" t="t" r="r" b="b"/>
            <a:pathLst>
              <a:path w="8060436" h="6025007">
                <a:moveTo>
                  <a:pt x="3368294" y="1664335"/>
                </a:moveTo>
                <a:lnTo>
                  <a:pt x="3368294" y="1664462"/>
                </a:lnTo>
                <a:lnTo>
                  <a:pt x="3368268" y="1664399"/>
                </a:lnTo>
                <a:close/>
                <a:moveTo>
                  <a:pt x="3343021" y="1653794"/>
                </a:moveTo>
                <a:lnTo>
                  <a:pt x="3343021" y="1653921"/>
                </a:lnTo>
                <a:lnTo>
                  <a:pt x="3342977" y="1653852"/>
                </a:lnTo>
                <a:close/>
                <a:moveTo>
                  <a:pt x="3328543" y="1645793"/>
                </a:moveTo>
                <a:cubicBezTo>
                  <a:pt x="3328543" y="1645793"/>
                  <a:pt x="3329813" y="1645793"/>
                  <a:pt x="3330448" y="1645793"/>
                </a:cubicBezTo>
                <a:cubicBezTo>
                  <a:pt x="3333179" y="1645793"/>
                  <a:pt x="3336322" y="1646142"/>
                  <a:pt x="3338783" y="1647333"/>
                </a:cubicBezTo>
                <a:lnTo>
                  <a:pt x="3342977" y="1653852"/>
                </a:lnTo>
                <a:lnTo>
                  <a:pt x="3337783" y="1660700"/>
                </a:lnTo>
                <a:cubicBezTo>
                  <a:pt x="3334830" y="1661922"/>
                  <a:pt x="3331210" y="1662303"/>
                  <a:pt x="3328543" y="1662557"/>
                </a:cubicBezTo>
                <a:close/>
                <a:moveTo>
                  <a:pt x="3316732" y="1642110"/>
                </a:moveTo>
                <a:lnTo>
                  <a:pt x="3316732" y="1644015"/>
                </a:lnTo>
                <a:cubicBezTo>
                  <a:pt x="3321304" y="1643761"/>
                  <a:pt x="3321431" y="1645031"/>
                  <a:pt x="3321431" y="1649222"/>
                </a:cubicBezTo>
                <a:lnTo>
                  <a:pt x="3321431" y="1677924"/>
                </a:lnTo>
                <a:cubicBezTo>
                  <a:pt x="3321431" y="1681861"/>
                  <a:pt x="3319907" y="1683131"/>
                  <a:pt x="3316097" y="1683131"/>
                </a:cubicBezTo>
                <a:lnTo>
                  <a:pt x="3316097" y="1684655"/>
                </a:lnTo>
                <a:lnTo>
                  <a:pt x="3334131" y="1684655"/>
                </a:lnTo>
                <a:lnTo>
                  <a:pt x="3334131" y="1682877"/>
                </a:lnTo>
                <a:cubicBezTo>
                  <a:pt x="3331845" y="1682877"/>
                  <a:pt x="3328543" y="1682623"/>
                  <a:pt x="3328543" y="1679575"/>
                </a:cubicBezTo>
                <a:lnTo>
                  <a:pt x="3328543" y="1664843"/>
                </a:lnTo>
                <a:lnTo>
                  <a:pt x="3331972" y="1664843"/>
                </a:lnTo>
                <a:lnTo>
                  <a:pt x="3346577" y="1684655"/>
                </a:lnTo>
                <a:lnTo>
                  <a:pt x="3356483" y="1684655"/>
                </a:lnTo>
                <a:lnTo>
                  <a:pt x="3356483" y="1683004"/>
                </a:lnTo>
                <a:cubicBezTo>
                  <a:pt x="3354197" y="1683004"/>
                  <a:pt x="3352673" y="1681734"/>
                  <a:pt x="3351403" y="1679956"/>
                </a:cubicBezTo>
                <a:lnTo>
                  <a:pt x="3339592" y="1664208"/>
                </a:lnTo>
                <a:cubicBezTo>
                  <a:pt x="3345053" y="1663319"/>
                  <a:pt x="3350006" y="1659509"/>
                  <a:pt x="3350006" y="1653540"/>
                </a:cubicBezTo>
                <a:cubicBezTo>
                  <a:pt x="3350006" y="1645666"/>
                  <a:pt x="3342513" y="1642110"/>
                  <a:pt x="3335528" y="1642110"/>
                </a:cubicBezTo>
                <a:cubicBezTo>
                  <a:pt x="3329305" y="1642110"/>
                  <a:pt x="3322955" y="1642110"/>
                  <a:pt x="3316732" y="1642110"/>
                </a:cubicBezTo>
                <a:close/>
                <a:moveTo>
                  <a:pt x="3335274" y="1631442"/>
                </a:moveTo>
                <a:cubicBezTo>
                  <a:pt x="3344355" y="1631442"/>
                  <a:pt x="3352610" y="1635125"/>
                  <a:pt x="3358595" y="1641094"/>
                </a:cubicBezTo>
                <a:lnTo>
                  <a:pt x="3368268" y="1664399"/>
                </a:lnTo>
                <a:lnTo>
                  <a:pt x="3358579" y="1687767"/>
                </a:lnTo>
                <a:cubicBezTo>
                  <a:pt x="3352578" y="1693767"/>
                  <a:pt x="3344291" y="1697482"/>
                  <a:pt x="3335147" y="1697482"/>
                </a:cubicBezTo>
                <a:cubicBezTo>
                  <a:pt x="3316859" y="1697482"/>
                  <a:pt x="3302381" y="1682369"/>
                  <a:pt x="3302381" y="1664335"/>
                </a:cubicBezTo>
                <a:cubicBezTo>
                  <a:pt x="3302381" y="1646301"/>
                  <a:pt x="3317113" y="1631442"/>
                  <a:pt x="3335274" y="1631442"/>
                </a:cubicBezTo>
                <a:close/>
                <a:moveTo>
                  <a:pt x="3335274" y="1627632"/>
                </a:moveTo>
                <a:cubicBezTo>
                  <a:pt x="3315081" y="1627632"/>
                  <a:pt x="3298698" y="1644015"/>
                  <a:pt x="3298698" y="1664335"/>
                </a:cubicBezTo>
                <a:cubicBezTo>
                  <a:pt x="3298698" y="1684655"/>
                  <a:pt x="3315081" y="1700911"/>
                  <a:pt x="3335274" y="1700911"/>
                </a:cubicBezTo>
                <a:cubicBezTo>
                  <a:pt x="3355467" y="1700911"/>
                  <a:pt x="3371977" y="1684528"/>
                  <a:pt x="3371977" y="1664335"/>
                </a:cubicBezTo>
                <a:cubicBezTo>
                  <a:pt x="3371977" y="1644015"/>
                  <a:pt x="3355467" y="1627632"/>
                  <a:pt x="3335274" y="1627632"/>
                </a:cubicBezTo>
                <a:close/>
                <a:moveTo>
                  <a:pt x="2827528" y="1452626"/>
                </a:moveTo>
                <a:cubicBezTo>
                  <a:pt x="2851849" y="1452626"/>
                  <a:pt x="2864644" y="1462373"/>
                  <a:pt x="2871359" y="1473327"/>
                </a:cubicBezTo>
                <a:lnTo>
                  <a:pt x="2874178" y="1480731"/>
                </a:lnTo>
                <a:lnTo>
                  <a:pt x="2838074" y="1472964"/>
                </a:lnTo>
                <a:cubicBezTo>
                  <a:pt x="2821420" y="1469339"/>
                  <a:pt x="2802783" y="1465213"/>
                  <a:pt x="2782596" y="1460585"/>
                </a:cubicBezTo>
                <a:lnTo>
                  <a:pt x="2776720" y="1459188"/>
                </a:lnTo>
                <a:lnTo>
                  <a:pt x="2779014" y="1458659"/>
                </a:lnTo>
                <a:cubicBezTo>
                  <a:pt x="2795778" y="1455293"/>
                  <a:pt x="2814193" y="1452626"/>
                  <a:pt x="2827528" y="1452626"/>
                </a:cubicBezTo>
                <a:close/>
                <a:moveTo>
                  <a:pt x="2006727" y="1445133"/>
                </a:moveTo>
                <a:cubicBezTo>
                  <a:pt x="2043938" y="1445133"/>
                  <a:pt x="2052574" y="1503807"/>
                  <a:pt x="2052574" y="1519682"/>
                </a:cubicBezTo>
                <a:cubicBezTo>
                  <a:pt x="2052574" y="1535557"/>
                  <a:pt x="2045716" y="1565021"/>
                  <a:pt x="2036699" y="1577721"/>
                </a:cubicBezTo>
                <a:cubicBezTo>
                  <a:pt x="2027174" y="1590675"/>
                  <a:pt x="2018792" y="1591818"/>
                  <a:pt x="2007997" y="1591818"/>
                </a:cubicBezTo>
                <a:cubicBezTo>
                  <a:pt x="1970405" y="1591818"/>
                  <a:pt x="1960880" y="1540891"/>
                  <a:pt x="1960880" y="1520190"/>
                </a:cubicBezTo>
                <a:cubicBezTo>
                  <a:pt x="1960880" y="1499489"/>
                  <a:pt x="1965325" y="1483233"/>
                  <a:pt x="1970151" y="1471676"/>
                </a:cubicBezTo>
                <a:cubicBezTo>
                  <a:pt x="1977644" y="1453642"/>
                  <a:pt x="1992884" y="1445260"/>
                  <a:pt x="2006727" y="1445260"/>
                </a:cubicBezTo>
                <a:close/>
                <a:moveTo>
                  <a:pt x="2504186" y="1414407"/>
                </a:moveTo>
                <a:lnTo>
                  <a:pt x="2533839" y="1421962"/>
                </a:lnTo>
                <a:lnTo>
                  <a:pt x="2504186" y="1435227"/>
                </a:lnTo>
                <a:close/>
                <a:moveTo>
                  <a:pt x="2002663" y="1413256"/>
                </a:moveTo>
                <a:cubicBezTo>
                  <a:pt x="1956562" y="1413129"/>
                  <a:pt x="1884172" y="1449578"/>
                  <a:pt x="1884172" y="1516761"/>
                </a:cubicBezTo>
                <a:cubicBezTo>
                  <a:pt x="1884172" y="1550543"/>
                  <a:pt x="1895729" y="1578483"/>
                  <a:pt x="1940687" y="1606931"/>
                </a:cubicBezTo>
                <a:cubicBezTo>
                  <a:pt x="1918335" y="1625727"/>
                  <a:pt x="1897253" y="1649984"/>
                  <a:pt x="1897253" y="1671574"/>
                </a:cubicBezTo>
                <a:cubicBezTo>
                  <a:pt x="1897253" y="1696466"/>
                  <a:pt x="1921256" y="1710944"/>
                  <a:pt x="1929511" y="1713484"/>
                </a:cubicBezTo>
                <a:cubicBezTo>
                  <a:pt x="1971675" y="1726819"/>
                  <a:pt x="2014220" y="1717802"/>
                  <a:pt x="2057146" y="1737995"/>
                </a:cubicBezTo>
                <a:cubicBezTo>
                  <a:pt x="2068195" y="1743202"/>
                  <a:pt x="2077339" y="1751965"/>
                  <a:pt x="2077339" y="1760855"/>
                </a:cubicBezTo>
                <a:cubicBezTo>
                  <a:pt x="2077339" y="1789811"/>
                  <a:pt x="2025015" y="1799717"/>
                  <a:pt x="2000377" y="1799717"/>
                </a:cubicBezTo>
                <a:cubicBezTo>
                  <a:pt x="1998218" y="1799717"/>
                  <a:pt x="1995043" y="1799336"/>
                  <a:pt x="1986026" y="1798955"/>
                </a:cubicBezTo>
                <a:cubicBezTo>
                  <a:pt x="1957324" y="1797431"/>
                  <a:pt x="1928749" y="1789811"/>
                  <a:pt x="1899666" y="1781048"/>
                </a:cubicBezTo>
                <a:cubicBezTo>
                  <a:pt x="1903603" y="1794637"/>
                  <a:pt x="1906905" y="1807718"/>
                  <a:pt x="1911096" y="1820672"/>
                </a:cubicBezTo>
                <a:cubicBezTo>
                  <a:pt x="1935480" y="1828546"/>
                  <a:pt x="1953514" y="1832864"/>
                  <a:pt x="1984248" y="1835785"/>
                </a:cubicBezTo>
                <a:lnTo>
                  <a:pt x="2012950" y="1836674"/>
                </a:lnTo>
                <a:cubicBezTo>
                  <a:pt x="2066544" y="1836674"/>
                  <a:pt x="2151761" y="1815211"/>
                  <a:pt x="2151761" y="1733042"/>
                </a:cubicBezTo>
                <a:cubicBezTo>
                  <a:pt x="2151761" y="1633601"/>
                  <a:pt x="1964182" y="1674114"/>
                  <a:pt x="1964182" y="1644650"/>
                </a:cubicBezTo>
                <a:cubicBezTo>
                  <a:pt x="1964182" y="1638681"/>
                  <a:pt x="1972056" y="1624203"/>
                  <a:pt x="1974596" y="1619631"/>
                </a:cubicBezTo>
                <a:cubicBezTo>
                  <a:pt x="1983613" y="1621155"/>
                  <a:pt x="1985137" y="1622933"/>
                  <a:pt x="2006346" y="1622933"/>
                </a:cubicBezTo>
                <a:cubicBezTo>
                  <a:pt x="2101342" y="1622933"/>
                  <a:pt x="2129663" y="1554607"/>
                  <a:pt x="2129663" y="1523365"/>
                </a:cubicBezTo>
                <a:cubicBezTo>
                  <a:pt x="2129663" y="1498092"/>
                  <a:pt x="2123313" y="1478788"/>
                  <a:pt x="2100961" y="1451483"/>
                </a:cubicBezTo>
                <a:lnTo>
                  <a:pt x="2138553" y="1457325"/>
                </a:lnTo>
                <a:lnTo>
                  <a:pt x="2138553" y="1413256"/>
                </a:lnTo>
                <a:close/>
                <a:moveTo>
                  <a:pt x="2281682" y="1411986"/>
                </a:moveTo>
                <a:lnTo>
                  <a:pt x="2281555" y="1412113"/>
                </a:lnTo>
                <a:cubicBezTo>
                  <a:pt x="2212086" y="1412113"/>
                  <a:pt x="2166493" y="1449070"/>
                  <a:pt x="2166493" y="1498981"/>
                </a:cubicBezTo>
                <a:cubicBezTo>
                  <a:pt x="2166493" y="1510157"/>
                  <a:pt x="2169922" y="1528699"/>
                  <a:pt x="2179955" y="1539748"/>
                </a:cubicBezTo>
                <a:cubicBezTo>
                  <a:pt x="2211832" y="1575054"/>
                  <a:pt x="2249551" y="1582166"/>
                  <a:pt x="2283841" y="1602232"/>
                </a:cubicBezTo>
                <a:cubicBezTo>
                  <a:pt x="2297176" y="1610106"/>
                  <a:pt x="2303272" y="1622552"/>
                  <a:pt x="2303272" y="1632839"/>
                </a:cubicBezTo>
                <a:cubicBezTo>
                  <a:pt x="2303272" y="1653921"/>
                  <a:pt x="2281047" y="1671701"/>
                  <a:pt x="2247519" y="1671701"/>
                </a:cubicBezTo>
                <a:cubicBezTo>
                  <a:pt x="2209419" y="1671701"/>
                  <a:pt x="2179320" y="1656969"/>
                  <a:pt x="2164969" y="1652143"/>
                </a:cubicBezTo>
                <a:cubicBezTo>
                  <a:pt x="2169033" y="1665732"/>
                  <a:pt x="2171065" y="1679194"/>
                  <a:pt x="2175256" y="1692148"/>
                </a:cubicBezTo>
                <a:cubicBezTo>
                  <a:pt x="2177796" y="1692910"/>
                  <a:pt x="2216785" y="1708023"/>
                  <a:pt x="2259584" y="1708023"/>
                </a:cubicBezTo>
                <a:cubicBezTo>
                  <a:pt x="2364867" y="1708023"/>
                  <a:pt x="2383536" y="1650746"/>
                  <a:pt x="2383536" y="1614297"/>
                </a:cubicBezTo>
                <a:cubicBezTo>
                  <a:pt x="2383536" y="1526286"/>
                  <a:pt x="2245995" y="1523492"/>
                  <a:pt x="2245995" y="1480820"/>
                </a:cubicBezTo>
                <a:cubicBezTo>
                  <a:pt x="2245995" y="1453388"/>
                  <a:pt x="2276221" y="1448816"/>
                  <a:pt x="2289810" y="1448816"/>
                </a:cubicBezTo>
                <a:cubicBezTo>
                  <a:pt x="2313940" y="1448816"/>
                  <a:pt x="2336165" y="1456563"/>
                  <a:pt x="2362200" y="1469390"/>
                </a:cubicBezTo>
                <a:cubicBezTo>
                  <a:pt x="2359152" y="1455801"/>
                  <a:pt x="2351405" y="1427988"/>
                  <a:pt x="2351405" y="1427988"/>
                </a:cubicBezTo>
                <a:cubicBezTo>
                  <a:pt x="2351405" y="1427988"/>
                  <a:pt x="2321814" y="1411986"/>
                  <a:pt x="2281682" y="1411986"/>
                </a:cubicBezTo>
                <a:close/>
                <a:moveTo>
                  <a:pt x="3094101" y="1408938"/>
                </a:moveTo>
                <a:lnTo>
                  <a:pt x="3009265" y="1422908"/>
                </a:lnTo>
                <a:lnTo>
                  <a:pt x="3009265" y="1701038"/>
                </a:lnTo>
                <a:lnTo>
                  <a:pt x="3094228" y="1701038"/>
                </a:lnTo>
                <a:lnTo>
                  <a:pt x="3094228" y="1488821"/>
                </a:lnTo>
                <a:cubicBezTo>
                  <a:pt x="3108960" y="1476502"/>
                  <a:pt x="3126613" y="1466977"/>
                  <a:pt x="3143885" y="1466977"/>
                </a:cubicBezTo>
                <a:cubicBezTo>
                  <a:pt x="3151759" y="1466977"/>
                  <a:pt x="3165094" y="1472438"/>
                  <a:pt x="3170301" y="1479931"/>
                </a:cubicBezTo>
                <a:cubicBezTo>
                  <a:pt x="3178429" y="1491488"/>
                  <a:pt x="3182874" y="1505077"/>
                  <a:pt x="3182874" y="1530350"/>
                </a:cubicBezTo>
                <a:lnTo>
                  <a:pt x="3182874" y="1701038"/>
                </a:lnTo>
                <a:lnTo>
                  <a:pt x="3268726" y="1701038"/>
                </a:lnTo>
                <a:lnTo>
                  <a:pt x="3268726" y="1522349"/>
                </a:lnTo>
                <a:cubicBezTo>
                  <a:pt x="3268726" y="1446911"/>
                  <a:pt x="3234055" y="1413764"/>
                  <a:pt x="3187700" y="1413764"/>
                </a:cubicBezTo>
                <a:cubicBezTo>
                  <a:pt x="3153410" y="1413764"/>
                  <a:pt x="3133471" y="1421511"/>
                  <a:pt x="3094101" y="1446784"/>
                </a:cubicBezTo>
                <a:close/>
                <a:moveTo>
                  <a:pt x="1677035" y="1408938"/>
                </a:moveTo>
                <a:lnTo>
                  <a:pt x="1592199" y="1422908"/>
                </a:lnTo>
                <a:lnTo>
                  <a:pt x="1592199" y="1701038"/>
                </a:lnTo>
                <a:lnTo>
                  <a:pt x="1677162" y="1701038"/>
                </a:lnTo>
                <a:lnTo>
                  <a:pt x="1677162" y="1488821"/>
                </a:lnTo>
                <a:cubicBezTo>
                  <a:pt x="1691894" y="1476502"/>
                  <a:pt x="1709547" y="1466977"/>
                  <a:pt x="1726819" y="1466977"/>
                </a:cubicBezTo>
                <a:cubicBezTo>
                  <a:pt x="1734693" y="1466977"/>
                  <a:pt x="1748028" y="1472438"/>
                  <a:pt x="1753235" y="1479931"/>
                </a:cubicBezTo>
                <a:cubicBezTo>
                  <a:pt x="1761363" y="1491488"/>
                  <a:pt x="1765808" y="1513586"/>
                  <a:pt x="1765808" y="1530350"/>
                </a:cubicBezTo>
                <a:lnTo>
                  <a:pt x="1765808" y="1701038"/>
                </a:lnTo>
                <a:lnTo>
                  <a:pt x="1851660" y="1701038"/>
                </a:lnTo>
                <a:lnTo>
                  <a:pt x="1851660" y="1522349"/>
                </a:lnTo>
                <a:cubicBezTo>
                  <a:pt x="1851660" y="1446911"/>
                  <a:pt x="1816989" y="1413764"/>
                  <a:pt x="1770634" y="1413764"/>
                </a:cubicBezTo>
                <a:cubicBezTo>
                  <a:pt x="1736344" y="1413764"/>
                  <a:pt x="1716405" y="1421511"/>
                  <a:pt x="1677035" y="1446784"/>
                </a:cubicBezTo>
                <a:close/>
                <a:moveTo>
                  <a:pt x="1540637" y="1408684"/>
                </a:moveTo>
                <a:lnTo>
                  <a:pt x="1455674" y="1422654"/>
                </a:lnTo>
                <a:lnTo>
                  <a:pt x="1455674" y="1700911"/>
                </a:lnTo>
                <a:lnTo>
                  <a:pt x="1540637" y="1700911"/>
                </a:lnTo>
                <a:close/>
                <a:moveTo>
                  <a:pt x="1343279" y="1310767"/>
                </a:moveTo>
                <a:lnTo>
                  <a:pt x="1188339" y="1498600"/>
                </a:lnTo>
                <a:lnTo>
                  <a:pt x="1188466" y="1498600"/>
                </a:lnTo>
                <a:lnTo>
                  <a:pt x="1323975" y="1701038"/>
                </a:lnTo>
                <a:lnTo>
                  <a:pt x="1430909" y="1701038"/>
                </a:lnTo>
                <a:lnTo>
                  <a:pt x="1273429" y="1483868"/>
                </a:lnTo>
                <a:lnTo>
                  <a:pt x="1419225" y="1310767"/>
                </a:lnTo>
                <a:close/>
                <a:moveTo>
                  <a:pt x="1104646" y="1310767"/>
                </a:moveTo>
                <a:lnTo>
                  <a:pt x="1104646" y="1700911"/>
                </a:lnTo>
                <a:lnTo>
                  <a:pt x="1188212" y="1700911"/>
                </a:lnTo>
                <a:lnTo>
                  <a:pt x="1188212" y="1310767"/>
                </a:lnTo>
                <a:close/>
                <a:moveTo>
                  <a:pt x="1498981" y="1279271"/>
                </a:moveTo>
                <a:cubicBezTo>
                  <a:pt x="1467993" y="1279271"/>
                  <a:pt x="1449832" y="1300734"/>
                  <a:pt x="1449832" y="1327658"/>
                </a:cubicBezTo>
                <a:cubicBezTo>
                  <a:pt x="1449832" y="1354582"/>
                  <a:pt x="1471930" y="1374394"/>
                  <a:pt x="1498092" y="1374394"/>
                </a:cubicBezTo>
                <a:cubicBezTo>
                  <a:pt x="1530096" y="1374394"/>
                  <a:pt x="1546479" y="1346454"/>
                  <a:pt x="1546479" y="1326896"/>
                </a:cubicBezTo>
                <a:cubicBezTo>
                  <a:pt x="1546479" y="1303909"/>
                  <a:pt x="1526921" y="1279398"/>
                  <a:pt x="1498981" y="1279398"/>
                </a:cubicBezTo>
                <a:close/>
                <a:moveTo>
                  <a:pt x="1843507" y="1158352"/>
                </a:moveTo>
                <a:lnTo>
                  <a:pt x="1843532" y="1158367"/>
                </a:lnTo>
                <a:lnTo>
                  <a:pt x="1843659" y="1158494"/>
                </a:lnTo>
                <a:close/>
                <a:moveTo>
                  <a:pt x="1875155" y="1141349"/>
                </a:moveTo>
                <a:cubicBezTo>
                  <a:pt x="1894332" y="1146683"/>
                  <a:pt x="1888617" y="1143127"/>
                  <a:pt x="1900682" y="1148715"/>
                </a:cubicBezTo>
                <a:cubicBezTo>
                  <a:pt x="1882902" y="1152271"/>
                  <a:pt x="1882521" y="1162431"/>
                  <a:pt x="1863598" y="1150366"/>
                </a:cubicBezTo>
                <a:cubicBezTo>
                  <a:pt x="1869567" y="1147953"/>
                  <a:pt x="1870710" y="1147318"/>
                  <a:pt x="1875155" y="1141349"/>
                </a:cubicBezTo>
                <a:close/>
                <a:moveTo>
                  <a:pt x="1958721" y="1139571"/>
                </a:moveTo>
                <a:cubicBezTo>
                  <a:pt x="2000250" y="1192530"/>
                  <a:pt x="2063115" y="1231773"/>
                  <a:pt x="2127377" y="1260856"/>
                </a:cubicBezTo>
                <a:cubicBezTo>
                  <a:pt x="2163572" y="1277366"/>
                  <a:pt x="2223008" y="1314577"/>
                  <a:pt x="2223008" y="1314577"/>
                </a:cubicBezTo>
                <a:cubicBezTo>
                  <a:pt x="2223008" y="1314577"/>
                  <a:pt x="2310130" y="1266825"/>
                  <a:pt x="2366518" y="1249553"/>
                </a:cubicBezTo>
                <a:lnTo>
                  <a:pt x="2366391" y="1249553"/>
                </a:lnTo>
                <a:cubicBezTo>
                  <a:pt x="2342642" y="1226820"/>
                  <a:pt x="2307844" y="1202944"/>
                  <a:pt x="2281555" y="1181989"/>
                </a:cubicBezTo>
                <a:cubicBezTo>
                  <a:pt x="2283460" y="1204341"/>
                  <a:pt x="2283968" y="1233043"/>
                  <a:pt x="2266823" y="1251458"/>
                </a:cubicBezTo>
                <a:cubicBezTo>
                  <a:pt x="2253234" y="1264031"/>
                  <a:pt x="2231517" y="1272667"/>
                  <a:pt x="2214245" y="1271143"/>
                </a:cubicBezTo>
                <a:cubicBezTo>
                  <a:pt x="2229104" y="1263396"/>
                  <a:pt x="2242820" y="1256792"/>
                  <a:pt x="2242185" y="1239012"/>
                </a:cubicBezTo>
                <a:cubicBezTo>
                  <a:pt x="2218817" y="1245108"/>
                  <a:pt x="2190496" y="1248537"/>
                  <a:pt x="2163064" y="1242695"/>
                </a:cubicBezTo>
                <a:cubicBezTo>
                  <a:pt x="2082546" y="1227836"/>
                  <a:pt x="1958721" y="1139571"/>
                  <a:pt x="1958721" y="1139571"/>
                </a:cubicBezTo>
                <a:close/>
                <a:moveTo>
                  <a:pt x="1715234" y="1113893"/>
                </a:moveTo>
                <a:cubicBezTo>
                  <a:pt x="1719390" y="1112798"/>
                  <a:pt x="1724089" y="1113092"/>
                  <a:pt x="1729232" y="1115822"/>
                </a:cubicBezTo>
                <a:cubicBezTo>
                  <a:pt x="1775460" y="1140460"/>
                  <a:pt x="1879219" y="1208151"/>
                  <a:pt x="1888109" y="1209548"/>
                </a:cubicBezTo>
                <a:cubicBezTo>
                  <a:pt x="1913509" y="1213612"/>
                  <a:pt x="1912366" y="1208913"/>
                  <a:pt x="1923415" y="1206119"/>
                </a:cubicBezTo>
                <a:cubicBezTo>
                  <a:pt x="1921764" y="1213866"/>
                  <a:pt x="1916938" y="1216914"/>
                  <a:pt x="1907540" y="1217803"/>
                </a:cubicBezTo>
                <a:cubicBezTo>
                  <a:pt x="1918589" y="1222375"/>
                  <a:pt x="1929257" y="1222375"/>
                  <a:pt x="1941068" y="1218057"/>
                </a:cubicBezTo>
                <a:cubicBezTo>
                  <a:pt x="1956562" y="1210945"/>
                  <a:pt x="1958721" y="1204214"/>
                  <a:pt x="1963420" y="1189736"/>
                </a:cubicBezTo>
                <a:lnTo>
                  <a:pt x="1963547" y="1189736"/>
                </a:lnTo>
                <a:cubicBezTo>
                  <a:pt x="1963547" y="1189736"/>
                  <a:pt x="2000885" y="1220597"/>
                  <a:pt x="2029714" y="1241679"/>
                </a:cubicBezTo>
                <a:cubicBezTo>
                  <a:pt x="1987169" y="1243203"/>
                  <a:pt x="1985010" y="1262380"/>
                  <a:pt x="1960880" y="1270127"/>
                </a:cubicBezTo>
                <a:cubicBezTo>
                  <a:pt x="1933956" y="1282700"/>
                  <a:pt x="1882140" y="1290828"/>
                  <a:pt x="1890014" y="1284351"/>
                </a:cubicBezTo>
                <a:cubicBezTo>
                  <a:pt x="1896999" y="1278636"/>
                  <a:pt x="1845310" y="1259713"/>
                  <a:pt x="1814576" y="1236853"/>
                </a:cubicBezTo>
                <a:cubicBezTo>
                  <a:pt x="1744599" y="1166876"/>
                  <a:pt x="1695196" y="1132967"/>
                  <a:pt x="1695196" y="1132967"/>
                </a:cubicBezTo>
                <a:cubicBezTo>
                  <a:pt x="1695196" y="1132967"/>
                  <a:pt x="1702769" y="1117179"/>
                  <a:pt x="1715234" y="1113893"/>
                </a:cubicBezTo>
                <a:close/>
                <a:moveTo>
                  <a:pt x="1617218" y="1106678"/>
                </a:moveTo>
                <a:cubicBezTo>
                  <a:pt x="1612519" y="1107948"/>
                  <a:pt x="1606550" y="1115441"/>
                  <a:pt x="1605153" y="1121791"/>
                </a:cubicBezTo>
                <a:cubicBezTo>
                  <a:pt x="1605407" y="1130681"/>
                  <a:pt x="1602994" y="1142746"/>
                  <a:pt x="1609344" y="1153541"/>
                </a:cubicBezTo>
                <a:cubicBezTo>
                  <a:pt x="1618615" y="1169162"/>
                  <a:pt x="1634236" y="1179322"/>
                  <a:pt x="1651381" y="1173480"/>
                </a:cubicBezTo>
                <a:cubicBezTo>
                  <a:pt x="1660525" y="1170432"/>
                  <a:pt x="1672590" y="1167003"/>
                  <a:pt x="1670177" y="1157732"/>
                </a:cubicBezTo>
                <a:cubicBezTo>
                  <a:pt x="1666367" y="1154684"/>
                  <a:pt x="1667002" y="1157351"/>
                  <a:pt x="1661795" y="1158748"/>
                </a:cubicBezTo>
                <a:cubicBezTo>
                  <a:pt x="1646174" y="1162939"/>
                  <a:pt x="1629029" y="1157224"/>
                  <a:pt x="1622171" y="1145286"/>
                </a:cubicBezTo>
                <a:cubicBezTo>
                  <a:pt x="1614932" y="1132586"/>
                  <a:pt x="1616202" y="1122045"/>
                  <a:pt x="1617218" y="1106805"/>
                </a:cubicBezTo>
                <a:close/>
                <a:moveTo>
                  <a:pt x="1648460" y="1073912"/>
                </a:moveTo>
                <a:cubicBezTo>
                  <a:pt x="1662430" y="1070229"/>
                  <a:pt x="1648587" y="1093724"/>
                  <a:pt x="1655318" y="1104011"/>
                </a:cubicBezTo>
                <a:lnTo>
                  <a:pt x="1655318" y="1103884"/>
                </a:lnTo>
                <a:cubicBezTo>
                  <a:pt x="1655572" y="1112774"/>
                  <a:pt x="1658112" y="1122045"/>
                  <a:pt x="1663065" y="1129792"/>
                </a:cubicBezTo>
                <a:cubicBezTo>
                  <a:pt x="1657985" y="1133094"/>
                  <a:pt x="1660017" y="1140587"/>
                  <a:pt x="1649730" y="1134364"/>
                </a:cubicBezTo>
                <a:cubicBezTo>
                  <a:pt x="1622298" y="1117473"/>
                  <a:pt x="1640205" y="1091946"/>
                  <a:pt x="1648460" y="1073912"/>
                </a:cubicBezTo>
                <a:close/>
                <a:moveTo>
                  <a:pt x="1705991" y="1053592"/>
                </a:moveTo>
                <a:cubicBezTo>
                  <a:pt x="1742313" y="1059053"/>
                  <a:pt x="1751711" y="1068832"/>
                  <a:pt x="1775968" y="1089406"/>
                </a:cubicBezTo>
                <a:cubicBezTo>
                  <a:pt x="1792256" y="1106075"/>
                  <a:pt x="1795256" y="1112314"/>
                  <a:pt x="1815937" y="1132608"/>
                </a:cubicBezTo>
                <a:lnTo>
                  <a:pt x="1843507" y="1158352"/>
                </a:lnTo>
                <a:lnTo>
                  <a:pt x="1787335" y="1124776"/>
                </a:lnTo>
                <a:cubicBezTo>
                  <a:pt x="1769332" y="1114774"/>
                  <a:pt x="1750759" y="1105408"/>
                  <a:pt x="1727708" y="1094994"/>
                </a:cubicBezTo>
                <a:cubicBezTo>
                  <a:pt x="1732407" y="1093724"/>
                  <a:pt x="1740281" y="1097661"/>
                  <a:pt x="1739519" y="1090930"/>
                </a:cubicBezTo>
                <a:cubicBezTo>
                  <a:pt x="1726057" y="1081532"/>
                  <a:pt x="1712849" y="1091946"/>
                  <a:pt x="1702689" y="1098550"/>
                </a:cubicBezTo>
                <a:cubicBezTo>
                  <a:pt x="1697101" y="1104011"/>
                  <a:pt x="1696593" y="1117092"/>
                  <a:pt x="1685544" y="1116965"/>
                </a:cubicBezTo>
                <a:cubicBezTo>
                  <a:pt x="1672463" y="1116457"/>
                  <a:pt x="1668780" y="1102360"/>
                  <a:pt x="1671574" y="1089787"/>
                </a:cubicBezTo>
                <a:cubicBezTo>
                  <a:pt x="1673987" y="1068324"/>
                  <a:pt x="1682369" y="1050671"/>
                  <a:pt x="1705991" y="1053592"/>
                </a:cubicBezTo>
                <a:close/>
                <a:moveTo>
                  <a:pt x="2089785" y="1052068"/>
                </a:moveTo>
                <a:cubicBezTo>
                  <a:pt x="2110232" y="1069594"/>
                  <a:pt x="2132711" y="1106297"/>
                  <a:pt x="2148078" y="1127125"/>
                </a:cubicBezTo>
                <a:lnTo>
                  <a:pt x="2125345" y="1120140"/>
                </a:lnTo>
                <a:cubicBezTo>
                  <a:pt x="2114169" y="1100201"/>
                  <a:pt x="2099310" y="1069467"/>
                  <a:pt x="2089785" y="1052068"/>
                </a:cubicBezTo>
                <a:close/>
                <a:moveTo>
                  <a:pt x="1980819" y="1023366"/>
                </a:moveTo>
                <a:cubicBezTo>
                  <a:pt x="1990471" y="1029843"/>
                  <a:pt x="1988185" y="1040384"/>
                  <a:pt x="1990598" y="1049655"/>
                </a:cubicBezTo>
                <a:cubicBezTo>
                  <a:pt x="1969897" y="1054100"/>
                  <a:pt x="1985772" y="1030986"/>
                  <a:pt x="1980819" y="1023366"/>
                </a:cubicBezTo>
                <a:close/>
                <a:moveTo>
                  <a:pt x="2035683" y="1002792"/>
                </a:moveTo>
                <a:cubicBezTo>
                  <a:pt x="2036318" y="1020572"/>
                  <a:pt x="2031873" y="1041654"/>
                  <a:pt x="2020316" y="1054608"/>
                </a:cubicBezTo>
                <a:lnTo>
                  <a:pt x="2024380" y="1058545"/>
                </a:lnTo>
                <a:cubicBezTo>
                  <a:pt x="2032889" y="1060323"/>
                  <a:pt x="2038477" y="1049274"/>
                  <a:pt x="2043557" y="1040257"/>
                </a:cubicBezTo>
                <a:lnTo>
                  <a:pt x="2043430" y="1040257"/>
                </a:lnTo>
                <a:cubicBezTo>
                  <a:pt x="2049653" y="1029081"/>
                  <a:pt x="2047875" y="1007618"/>
                  <a:pt x="2047875" y="1007618"/>
                </a:cubicBezTo>
                <a:cubicBezTo>
                  <a:pt x="2044065" y="1004570"/>
                  <a:pt x="2040763" y="999490"/>
                  <a:pt x="2035683" y="1002792"/>
                </a:cubicBezTo>
                <a:close/>
                <a:moveTo>
                  <a:pt x="2216531" y="951230"/>
                </a:moveTo>
                <a:lnTo>
                  <a:pt x="2216851" y="951587"/>
                </a:lnTo>
                <a:lnTo>
                  <a:pt x="2220582" y="958495"/>
                </a:lnTo>
                <a:cubicBezTo>
                  <a:pt x="2238641" y="991307"/>
                  <a:pt x="2317290" y="1127490"/>
                  <a:pt x="2419858" y="1206500"/>
                </a:cubicBezTo>
                <a:cubicBezTo>
                  <a:pt x="2485771" y="1257300"/>
                  <a:pt x="2588260" y="1241552"/>
                  <a:pt x="2621280" y="1242441"/>
                </a:cubicBezTo>
                <a:cubicBezTo>
                  <a:pt x="2654300" y="1243330"/>
                  <a:pt x="2737104" y="1230757"/>
                  <a:pt x="2737104" y="1227074"/>
                </a:cubicBezTo>
                <a:cubicBezTo>
                  <a:pt x="2737104" y="1223391"/>
                  <a:pt x="2620010" y="1218946"/>
                  <a:pt x="2572258" y="1202436"/>
                </a:cubicBezTo>
                <a:cubicBezTo>
                  <a:pt x="2524506" y="1185926"/>
                  <a:pt x="2432812" y="1149223"/>
                  <a:pt x="2384171" y="1117092"/>
                </a:cubicBezTo>
                <a:cubicBezTo>
                  <a:pt x="2341499" y="1088978"/>
                  <a:pt x="2245154" y="983075"/>
                  <a:pt x="2221734" y="957039"/>
                </a:cubicBezTo>
                <a:lnTo>
                  <a:pt x="2216851" y="951587"/>
                </a:lnTo>
                <a:lnTo>
                  <a:pt x="2216658" y="951230"/>
                </a:lnTo>
                <a:close/>
                <a:moveTo>
                  <a:pt x="2217674" y="921893"/>
                </a:moveTo>
                <a:lnTo>
                  <a:pt x="2217954" y="922064"/>
                </a:lnTo>
                <a:lnTo>
                  <a:pt x="2223483" y="928223"/>
                </a:lnTo>
                <a:cubicBezTo>
                  <a:pt x="2249256" y="956626"/>
                  <a:pt x="2357422" y="1072515"/>
                  <a:pt x="2438654" y="1108964"/>
                </a:cubicBezTo>
                <a:cubicBezTo>
                  <a:pt x="2586228" y="1175131"/>
                  <a:pt x="2937764" y="1161669"/>
                  <a:pt x="2937764" y="1157986"/>
                </a:cubicBezTo>
                <a:cubicBezTo>
                  <a:pt x="2937764" y="1154303"/>
                  <a:pt x="2712593" y="1160526"/>
                  <a:pt x="2621788" y="1110869"/>
                </a:cubicBezTo>
                <a:cubicBezTo>
                  <a:pt x="2469007" y="1027176"/>
                  <a:pt x="2366645" y="997712"/>
                  <a:pt x="2321433" y="978027"/>
                </a:cubicBezTo>
                <a:cubicBezTo>
                  <a:pt x="2287524" y="963263"/>
                  <a:pt x="2246114" y="939070"/>
                  <a:pt x="2227529" y="927896"/>
                </a:cubicBezTo>
                <a:lnTo>
                  <a:pt x="2217954" y="922064"/>
                </a:lnTo>
                <a:lnTo>
                  <a:pt x="2217801" y="921893"/>
                </a:lnTo>
                <a:close/>
                <a:moveTo>
                  <a:pt x="2016760" y="894715"/>
                </a:moveTo>
                <a:cubicBezTo>
                  <a:pt x="1990979" y="902335"/>
                  <a:pt x="1977263" y="915543"/>
                  <a:pt x="1962277" y="934339"/>
                </a:cubicBezTo>
                <a:cubicBezTo>
                  <a:pt x="1970659" y="936117"/>
                  <a:pt x="1977644" y="932561"/>
                  <a:pt x="1986026" y="934339"/>
                </a:cubicBezTo>
                <a:cubicBezTo>
                  <a:pt x="2031238" y="939546"/>
                  <a:pt x="2064131" y="961898"/>
                  <a:pt x="2095500" y="990600"/>
                </a:cubicBezTo>
                <a:lnTo>
                  <a:pt x="2096897" y="984250"/>
                </a:lnTo>
                <a:cubicBezTo>
                  <a:pt x="2088261" y="962533"/>
                  <a:pt x="2067433" y="947166"/>
                  <a:pt x="2053209" y="930910"/>
                </a:cubicBezTo>
                <a:cubicBezTo>
                  <a:pt x="2085213" y="946404"/>
                  <a:pt x="2100326" y="962406"/>
                  <a:pt x="2122043" y="984631"/>
                </a:cubicBezTo>
                <a:lnTo>
                  <a:pt x="2114804" y="956691"/>
                </a:lnTo>
                <a:cubicBezTo>
                  <a:pt x="2099437" y="935736"/>
                  <a:pt x="2079498" y="932053"/>
                  <a:pt x="2057654" y="920750"/>
                </a:cubicBezTo>
                <a:lnTo>
                  <a:pt x="2054733" y="913511"/>
                </a:lnTo>
                <a:lnTo>
                  <a:pt x="2076520" y="913763"/>
                </a:lnTo>
                <a:lnTo>
                  <a:pt x="2076577" y="914019"/>
                </a:lnTo>
                <a:lnTo>
                  <a:pt x="2076704" y="913765"/>
                </a:lnTo>
                <a:lnTo>
                  <a:pt x="2076520" y="913763"/>
                </a:lnTo>
                <a:lnTo>
                  <a:pt x="2073783" y="901573"/>
                </a:lnTo>
                <a:cubicBezTo>
                  <a:pt x="2053971" y="901827"/>
                  <a:pt x="2037334" y="901319"/>
                  <a:pt x="2016760" y="894715"/>
                </a:cubicBezTo>
                <a:close/>
                <a:moveTo>
                  <a:pt x="2211832" y="886968"/>
                </a:moveTo>
                <a:lnTo>
                  <a:pt x="2211832" y="887095"/>
                </a:lnTo>
                <a:lnTo>
                  <a:pt x="2212223" y="887232"/>
                </a:lnTo>
                <a:lnTo>
                  <a:pt x="2226342" y="896795"/>
                </a:lnTo>
                <a:cubicBezTo>
                  <a:pt x="2235740" y="902938"/>
                  <a:pt x="2249424" y="911543"/>
                  <a:pt x="2266569" y="921385"/>
                </a:cubicBezTo>
                <a:cubicBezTo>
                  <a:pt x="2300859" y="940943"/>
                  <a:pt x="2311400" y="940943"/>
                  <a:pt x="2406142" y="971042"/>
                </a:cubicBezTo>
                <a:cubicBezTo>
                  <a:pt x="2500757" y="1001268"/>
                  <a:pt x="2549144" y="1041908"/>
                  <a:pt x="2631186" y="1060196"/>
                </a:cubicBezTo>
                <a:cubicBezTo>
                  <a:pt x="2713228" y="1078357"/>
                  <a:pt x="2744851" y="1063752"/>
                  <a:pt x="2744851" y="1063752"/>
                </a:cubicBezTo>
                <a:cubicBezTo>
                  <a:pt x="2744851" y="1059180"/>
                  <a:pt x="2704719" y="1056640"/>
                  <a:pt x="2682367" y="1046226"/>
                </a:cubicBezTo>
                <a:cubicBezTo>
                  <a:pt x="2659888" y="1035812"/>
                  <a:pt x="2638933" y="1004189"/>
                  <a:pt x="2580640" y="972566"/>
                </a:cubicBezTo>
                <a:cubicBezTo>
                  <a:pt x="2507869" y="933069"/>
                  <a:pt x="2310765" y="910209"/>
                  <a:pt x="2281301" y="906018"/>
                </a:cubicBezTo>
                <a:cubicBezTo>
                  <a:pt x="2259298" y="902875"/>
                  <a:pt x="2231224" y="893802"/>
                  <a:pt x="2218561" y="889463"/>
                </a:cubicBezTo>
                <a:lnTo>
                  <a:pt x="2212223" y="887232"/>
                </a:lnTo>
                <a:close/>
                <a:moveTo>
                  <a:pt x="2407412" y="822960"/>
                </a:moveTo>
                <a:cubicBezTo>
                  <a:pt x="2338705" y="813816"/>
                  <a:pt x="2232787" y="849630"/>
                  <a:pt x="2213610" y="852678"/>
                </a:cubicBezTo>
                <a:cubicBezTo>
                  <a:pt x="2194814" y="855599"/>
                  <a:pt x="2156714" y="848233"/>
                  <a:pt x="2156460" y="848995"/>
                </a:cubicBezTo>
                <a:lnTo>
                  <a:pt x="2156587" y="849122"/>
                </a:lnTo>
                <a:cubicBezTo>
                  <a:pt x="2156333" y="849884"/>
                  <a:pt x="2208149" y="869823"/>
                  <a:pt x="2249551" y="878332"/>
                </a:cubicBezTo>
                <a:cubicBezTo>
                  <a:pt x="2290953" y="886841"/>
                  <a:pt x="2287270" y="877697"/>
                  <a:pt x="2385060" y="886206"/>
                </a:cubicBezTo>
                <a:cubicBezTo>
                  <a:pt x="2482850" y="894715"/>
                  <a:pt x="2526665" y="927989"/>
                  <a:pt x="2553970" y="932815"/>
                </a:cubicBezTo>
                <a:cubicBezTo>
                  <a:pt x="2581275" y="937641"/>
                  <a:pt x="2600198" y="937514"/>
                  <a:pt x="2600198" y="934212"/>
                </a:cubicBezTo>
                <a:cubicBezTo>
                  <a:pt x="2600198" y="930910"/>
                  <a:pt x="2567305" y="926211"/>
                  <a:pt x="2545461" y="909828"/>
                </a:cubicBezTo>
                <a:cubicBezTo>
                  <a:pt x="2523617" y="893445"/>
                  <a:pt x="2476119" y="831977"/>
                  <a:pt x="2407412" y="822960"/>
                </a:cubicBezTo>
                <a:close/>
                <a:moveTo>
                  <a:pt x="2322330" y="758883"/>
                </a:moveTo>
                <a:cubicBezTo>
                  <a:pt x="2309844" y="757555"/>
                  <a:pt x="2296890" y="758571"/>
                  <a:pt x="2283968" y="763270"/>
                </a:cubicBezTo>
                <a:cubicBezTo>
                  <a:pt x="2232279" y="782066"/>
                  <a:pt x="2197608" y="811911"/>
                  <a:pt x="2173351" y="819150"/>
                </a:cubicBezTo>
                <a:cubicBezTo>
                  <a:pt x="2149094" y="826389"/>
                  <a:pt x="2102231" y="827024"/>
                  <a:pt x="2102231" y="827024"/>
                </a:cubicBezTo>
                <a:cubicBezTo>
                  <a:pt x="2102231" y="827024"/>
                  <a:pt x="2145538" y="844169"/>
                  <a:pt x="2196465" y="835533"/>
                </a:cubicBezTo>
                <a:cubicBezTo>
                  <a:pt x="2247519" y="827024"/>
                  <a:pt x="2306447" y="796036"/>
                  <a:pt x="2356231" y="802132"/>
                </a:cubicBezTo>
                <a:cubicBezTo>
                  <a:pt x="2406142" y="808228"/>
                  <a:pt x="2401189" y="810641"/>
                  <a:pt x="2414016" y="811911"/>
                </a:cubicBezTo>
                <a:cubicBezTo>
                  <a:pt x="2426843" y="813181"/>
                  <a:pt x="2435987" y="812927"/>
                  <a:pt x="2435987" y="810133"/>
                </a:cubicBezTo>
                <a:cubicBezTo>
                  <a:pt x="2435987" y="807339"/>
                  <a:pt x="2429256" y="811403"/>
                  <a:pt x="2408555" y="797941"/>
                </a:cubicBezTo>
                <a:cubicBezTo>
                  <a:pt x="2393029" y="787940"/>
                  <a:pt x="2359787" y="762865"/>
                  <a:pt x="2322330" y="758883"/>
                </a:cubicBezTo>
                <a:close/>
                <a:moveTo>
                  <a:pt x="2152495" y="747328"/>
                </a:moveTo>
                <a:cubicBezTo>
                  <a:pt x="2141173" y="746959"/>
                  <a:pt x="2117027" y="748411"/>
                  <a:pt x="2105025" y="752221"/>
                </a:cubicBezTo>
                <a:cubicBezTo>
                  <a:pt x="2078736" y="762127"/>
                  <a:pt x="2066036" y="798068"/>
                  <a:pt x="2031238" y="818261"/>
                </a:cubicBezTo>
                <a:cubicBezTo>
                  <a:pt x="2006600" y="830580"/>
                  <a:pt x="1985772" y="845947"/>
                  <a:pt x="1979930" y="873379"/>
                </a:cubicBezTo>
                <a:lnTo>
                  <a:pt x="1898396" y="904494"/>
                </a:lnTo>
                <a:lnTo>
                  <a:pt x="1896618" y="912876"/>
                </a:lnTo>
                <a:cubicBezTo>
                  <a:pt x="1907413" y="924052"/>
                  <a:pt x="1916049" y="945642"/>
                  <a:pt x="1920875" y="964311"/>
                </a:cubicBezTo>
                <a:cubicBezTo>
                  <a:pt x="1919986" y="968629"/>
                  <a:pt x="1914525" y="963041"/>
                  <a:pt x="1911985" y="964692"/>
                </a:cubicBezTo>
                <a:cubicBezTo>
                  <a:pt x="1906270" y="950214"/>
                  <a:pt x="1903984" y="929894"/>
                  <a:pt x="1887093" y="926338"/>
                </a:cubicBezTo>
                <a:lnTo>
                  <a:pt x="1885696" y="932688"/>
                </a:lnTo>
                <a:cubicBezTo>
                  <a:pt x="1894459" y="943356"/>
                  <a:pt x="1898523" y="955294"/>
                  <a:pt x="1902206" y="969264"/>
                </a:cubicBezTo>
                <a:cubicBezTo>
                  <a:pt x="1914271" y="985012"/>
                  <a:pt x="1940814" y="983996"/>
                  <a:pt x="1955038" y="1000252"/>
                </a:cubicBezTo>
                <a:cubicBezTo>
                  <a:pt x="1963801" y="1010920"/>
                  <a:pt x="1970024" y="1023239"/>
                  <a:pt x="1966849" y="1037971"/>
                </a:cubicBezTo>
                <a:cubicBezTo>
                  <a:pt x="1933575" y="1028700"/>
                  <a:pt x="1905635" y="994156"/>
                  <a:pt x="1871218" y="1011047"/>
                </a:cubicBezTo>
                <a:cubicBezTo>
                  <a:pt x="1857121" y="1025652"/>
                  <a:pt x="1834007" y="1020699"/>
                  <a:pt x="1823593" y="1038352"/>
                </a:cubicBezTo>
                <a:cubicBezTo>
                  <a:pt x="1812925" y="1046988"/>
                  <a:pt x="1819148" y="1059434"/>
                  <a:pt x="1821561" y="1068705"/>
                </a:cubicBezTo>
                <a:cubicBezTo>
                  <a:pt x="1810766" y="1077468"/>
                  <a:pt x="1806575" y="1078484"/>
                  <a:pt x="1803908" y="1091057"/>
                </a:cubicBezTo>
                <a:cubicBezTo>
                  <a:pt x="1783080" y="1072896"/>
                  <a:pt x="1767078" y="1061085"/>
                  <a:pt x="1739900" y="1048385"/>
                </a:cubicBezTo>
                <a:cubicBezTo>
                  <a:pt x="1710690" y="1034796"/>
                  <a:pt x="1688719" y="1040511"/>
                  <a:pt x="1671701" y="1047877"/>
                </a:cubicBezTo>
                <a:cubicBezTo>
                  <a:pt x="1667129" y="1068959"/>
                  <a:pt x="1646682" y="1051433"/>
                  <a:pt x="1636776" y="1066927"/>
                </a:cubicBezTo>
                <a:cubicBezTo>
                  <a:pt x="1626870" y="1082421"/>
                  <a:pt x="1617980" y="1098804"/>
                  <a:pt x="1623441" y="1119124"/>
                </a:cubicBezTo>
                <a:cubicBezTo>
                  <a:pt x="1627251" y="1133475"/>
                  <a:pt x="1631823" y="1144143"/>
                  <a:pt x="1645412" y="1150239"/>
                </a:cubicBezTo>
                <a:cubicBezTo>
                  <a:pt x="1660144" y="1156970"/>
                  <a:pt x="1675765" y="1152398"/>
                  <a:pt x="1686433" y="1143635"/>
                </a:cubicBezTo>
                <a:cubicBezTo>
                  <a:pt x="1753235" y="1181989"/>
                  <a:pt x="1741805" y="1238504"/>
                  <a:pt x="1852930" y="1302131"/>
                </a:cubicBezTo>
                <a:cubicBezTo>
                  <a:pt x="1863725" y="1313307"/>
                  <a:pt x="1893697" y="1317498"/>
                  <a:pt x="1888744" y="1340612"/>
                </a:cubicBezTo>
                <a:cubicBezTo>
                  <a:pt x="1952371" y="1321181"/>
                  <a:pt x="2018157" y="1282446"/>
                  <a:pt x="2088515" y="1292987"/>
                </a:cubicBezTo>
                <a:cubicBezTo>
                  <a:pt x="2097405" y="1292606"/>
                  <a:pt x="2093341" y="1280795"/>
                  <a:pt x="2102231" y="1280414"/>
                </a:cubicBezTo>
                <a:cubicBezTo>
                  <a:pt x="2138807" y="1294765"/>
                  <a:pt x="2175891" y="1307084"/>
                  <a:pt x="2205990" y="1331087"/>
                </a:cubicBezTo>
                <a:cubicBezTo>
                  <a:pt x="2211832" y="1334516"/>
                  <a:pt x="2207514" y="1344549"/>
                  <a:pt x="2218055" y="1346835"/>
                </a:cubicBezTo>
                <a:lnTo>
                  <a:pt x="2250821" y="1327404"/>
                </a:lnTo>
                <a:cubicBezTo>
                  <a:pt x="2316080" y="1356436"/>
                  <a:pt x="2384887" y="1380861"/>
                  <a:pt x="2452577" y="1401259"/>
                </a:cubicBezTo>
                <a:lnTo>
                  <a:pt x="2491127" y="1411080"/>
                </a:lnTo>
                <a:lnTo>
                  <a:pt x="2418588" y="1422273"/>
                </a:lnTo>
                <a:lnTo>
                  <a:pt x="2418588" y="1834007"/>
                </a:lnTo>
                <a:lnTo>
                  <a:pt x="2503551" y="1834007"/>
                </a:lnTo>
                <a:lnTo>
                  <a:pt x="2503551" y="1834134"/>
                </a:lnTo>
                <a:lnTo>
                  <a:pt x="2503805" y="1834007"/>
                </a:lnTo>
                <a:lnTo>
                  <a:pt x="2503551" y="1834007"/>
                </a:lnTo>
                <a:lnTo>
                  <a:pt x="2503551" y="1474978"/>
                </a:lnTo>
                <a:cubicBezTo>
                  <a:pt x="2518283" y="1463929"/>
                  <a:pt x="2536825" y="1458341"/>
                  <a:pt x="2551430" y="1458341"/>
                </a:cubicBezTo>
                <a:cubicBezTo>
                  <a:pt x="2558415" y="1458341"/>
                  <a:pt x="2569464" y="1463040"/>
                  <a:pt x="2576195" y="1467104"/>
                </a:cubicBezTo>
                <a:cubicBezTo>
                  <a:pt x="2601595" y="1482344"/>
                  <a:pt x="2608326" y="1536573"/>
                  <a:pt x="2608326" y="1559052"/>
                </a:cubicBezTo>
                <a:cubicBezTo>
                  <a:pt x="2608326" y="1635633"/>
                  <a:pt x="2584196" y="1672844"/>
                  <a:pt x="2543175" y="1672844"/>
                </a:cubicBezTo>
                <a:cubicBezTo>
                  <a:pt x="2531237" y="1672844"/>
                  <a:pt x="2520061" y="1669288"/>
                  <a:pt x="2509139" y="1664462"/>
                </a:cubicBezTo>
                <a:cubicBezTo>
                  <a:pt x="2509139" y="1664462"/>
                  <a:pt x="2513965" y="1692275"/>
                  <a:pt x="2516505" y="1700276"/>
                </a:cubicBezTo>
                <a:cubicBezTo>
                  <a:pt x="2533142" y="1705610"/>
                  <a:pt x="2544191" y="1708023"/>
                  <a:pt x="2556256" y="1708023"/>
                </a:cubicBezTo>
                <a:cubicBezTo>
                  <a:pt x="2558288" y="1708023"/>
                  <a:pt x="2563749" y="1708023"/>
                  <a:pt x="2573528" y="1707261"/>
                </a:cubicBezTo>
                <a:cubicBezTo>
                  <a:pt x="2654808" y="1700784"/>
                  <a:pt x="2698369" y="1628648"/>
                  <a:pt x="2698369" y="1547114"/>
                </a:cubicBezTo>
                <a:cubicBezTo>
                  <a:pt x="2698369" y="1544955"/>
                  <a:pt x="2697988" y="1540510"/>
                  <a:pt x="2697607" y="1529842"/>
                </a:cubicBezTo>
                <a:cubicBezTo>
                  <a:pt x="2696718" y="1508633"/>
                  <a:pt x="2689733" y="1486916"/>
                  <a:pt x="2678938" y="1465834"/>
                </a:cubicBezTo>
                <a:lnTo>
                  <a:pt x="2672811" y="1455877"/>
                </a:lnTo>
                <a:lnTo>
                  <a:pt x="2733894" y="1467825"/>
                </a:lnTo>
                <a:cubicBezTo>
                  <a:pt x="2787735" y="1477447"/>
                  <a:pt x="2833459" y="1483911"/>
                  <a:pt x="2866400" y="1487797"/>
                </a:cubicBezTo>
                <a:lnTo>
                  <a:pt x="2877287" y="1488898"/>
                </a:lnTo>
                <a:lnTo>
                  <a:pt x="2877552" y="1489595"/>
                </a:lnTo>
                <a:cubicBezTo>
                  <a:pt x="2878550" y="1494608"/>
                  <a:pt x="2878709" y="1498854"/>
                  <a:pt x="2878709" y="1501267"/>
                </a:cubicBezTo>
                <a:lnTo>
                  <a:pt x="2878709" y="1525778"/>
                </a:lnTo>
                <a:cubicBezTo>
                  <a:pt x="2878709" y="1525778"/>
                  <a:pt x="2718181" y="1540129"/>
                  <a:pt x="2718181" y="1634490"/>
                </a:cubicBezTo>
                <a:cubicBezTo>
                  <a:pt x="2718181" y="1687576"/>
                  <a:pt x="2761869" y="1709039"/>
                  <a:pt x="2804922" y="1709039"/>
                </a:cubicBezTo>
                <a:cubicBezTo>
                  <a:pt x="2806954" y="1709039"/>
                  <a:pt x="2811907" y="1709039"/>
                  <a:pt x="2821686" y="1708277"/>
                </a:cubicBezTo>
                <a:cubicBezTo>
                  <a:pt x="2838450" y="1706753"/>
                  <a:pt x="2851785" y="1701038"/>
                  <a:pt x="2867787" y="1695831"/>
                </a:cubicBezTo>
                <a:cubicBezTo>
                  <a:pt x="2869565" y="1686687"/>
                  <a:pt x="2871343" y="1667002"/>
                  <a:pt x="2873375" y="1658239"/>
                </a:cubicBezTo>
                <a:cubicBezTo>
                  <a:pt x="2861183" y="1662049"/>
                  <a:pt x="2849880" y="1665732"/>
                  <a:pt x="2838450" y="1665732"/>
                </a:cubicBezTo>
                <a:cubicBezTo>
                  <a:pt x="2836418" y="1665732"/>
                  <a:pt x="2827020" y="1665478"/>
                  <a:pt x="2822321" y="1663827"/>
                </a:cubicBezTo>
                <a:cubicBezTo>
                  <a:pt x="2809240" y="1659382"/>
                  <a:pt x="2805684" y="1636776"/>
                  <a:pt x="2805684" y="1628140"/>
                </a:cubicBezTo>
                <a:cubicBezTo>
                  <a:pt x="2805684" y="1573657"/>
                  <a:pt x="2861945" y="1561084"/>
                  <a:pt x="2871724" y="1561084"/>
                </a:cubicBezTo>
                <a:lnTo>
                  <a:pt x="2878455" y="1561084"/>
                </a:lnTo>
                <a:lnTo>
                  <a:pt x="2878455" y="1668780"/>
                </a:lnTo>
                <a:lnTo>
                  <a:pt x="2878328" y="1668653"/>
                </a:lnTo>
                <a:cubicBezTo>
                  <a:pt x="2878328" y="1693164"/>
                  <a:pt x="2884678" y="1700657"/>
                  <a:pt x="2905506" y="1700657"/>
                </a:cubicBezTo>
                <a:lnTo>
                  <a:pt x="2989072" y="1700657"/>
                </a:lnTo>
                <a:cubicBezTo>
                  <a:pt x="2975864" y="1697355"/>
                  <a:pt x="2964561" y="1679321"/>
                  <a:pt x="2964561" y="1662811"/>
                </a:cubicBezTo>
                <a:lnTo>
                  <a:pt x="2964561" y="1507998"/>
                </a:lnTo>
                <a:cubicBezTo>
                  <a:pt x="2964561" y="1489583"/>
                  <a:pt x="2957449" y="1464437"/>
                  <a:pt x="2946146" y="1449451"/>
                </a:cubicBezTo>
                <a:cubicBezTo>
                  <a:pt x="2933319" y="1432560"/>
                  <a:pt x="2893314" y="1402842"/>
                  <a:pt x="2815209" y="1412494"/>
                </a:cubicBezTo>
                <a:cubicBezTo>
                  <a:pt x="2799715" y="1414399"/>
                  <a:pt x="2755011" y="1427861"/>
                  <a:pt x="2745232" y="1431417"/>
                </a:cubicBezTo>
                <a:lnTo>
                  <a:pt x="2742697" y="1451103"/>
                </a:lnTo>
                <a:lnTo>
                  <a:pt x="2717816" y="1445190"/>
                </a:lnTo>
                <a:lnTo>
                  <a:pt x="2632818" y="1422137"/>
                </a:lnTo>
                <a:lnTo>
                  <a:pt x="2628789" y="1419193"/>
                </a:lnTo>
                <a:lnTo>
                  <a:pt x="2604003" y="1414322"/>
                </a:lnTo>
                <a:lnTo>
                  <a:pt x="2570728" y="1405298"/>
                </a:lnTo>
                <a:cubicBezTo>
                  <a:pt x="2519534" y="1389970"/>
                  <a:pt x="2467329" y="1372604"/>
                  <a:pt x="2417572" y="1353185"/>
                </a:cubicBezTo>
                <a:cubicBezTo>
                  <a:pt x="2388235" y="1335913"/>
                  <a:pt x="2407539" y="1316736"/>
                  <a:pt x="2385441" y="1296670"/>
                </a:cubicBezTo>
                <a:cubicBezTo>
                  <a:pt x="2394712" y="1294257"/>
                  <a:pt x="2394585" y="1274445"/>
                  <a:pt x="2394585" y="1274445"/>
                </a:cubicBezTo>
                <a:cubicBezTo>
                  <a:pt x="2333117" y="1283462"/>
                  <a:pt x="2275205" y="1301496"/>
                  <a:pt x="2222881" y="1330071"/>
                </a:cubicBezTo>
                <a:cubicBezTo>
                  <a:pt x="2186051" y="1295781"/>
                  <a:pt x="2131695" y="1278001"/>
                  <a:pt x="2085467" y="1257173"/>
                </a:cubicBezTo>
                <a:cubicBezTo>
                  <a:pt x="2026285" y="1224661"/>
                  <a:pt x="1968881" y="1183894"/>
                  <a:pt x="1931924" y="1129792"/>
                </a:cubicBezTo>
                <a:lnTo>
                  <a:pt x="1938020" y="1153160"/>
                </a:lnTo>
                <a:cubicBezTo>
                  <a:pt x="1907667" y="1140079"/>
                  <a:pt x="1872742" y="1128268"/>
                  <a:pt x="1838198" y="1125347"/>
                </a:cubicBezTo>
                <a:cubicBezTo>
                  <a:pt x="1840738" y="1134618"/>
                  <a:pt x="1852930" y="1139444"/>
                  <a:pt x="1861312" y="1141222"/>
                </a:cubicBezTo>
                <a:cubicBezTo>
                  <a:pt x="1855724" y="1146556"/>
                  <a:pt x="1851533" y="1145667"/>
                  <a:pt x="1843151" y="1143889"/>
                </a:cubicBezTo>
                <a:cubicBezTo>
                  <a:pt x="1830705" y="1130173"/>
                  <a:pt x="1811401" y="1117219"/>
                  <a:pt x="1818005" y="1096645"/>
                </a:cubicBezTo>
                <a:cubicBezTo>
                  <a:pt x="1829689" y="1072769"/>
                  <a:pt x="1860042" y="1085723"/>
                  <a:pt x="1881505" y="1088136"/>
                </a:cubicBezTo>
                <a:lnTo>
                  <a:pt x="1886585" y="1084834"/>
                </a:lnTo>
                <a:cubicBezTo>
                  <a:pt x="1877314" y="1076198"/>
                  <a:pt x="1860804" y="1081532"/>
                  <a:pt x="1849501" y="1072515"/>
                </a:cubicBezTo>
                <a:cubicBezTo>
                  <a:pt x="1839849" y="1066038"/>
                  <a:pt x="1830578" y="1057529"/>
                  <a:pt x="1837055" y="1047877"/>
                </a:cubicBezTo>
                <a:cubicBezTo>
                  <a:pt x="1859153" y="1006348"/>
                  <a:pt x="1887601" y="1058545"/>
                  <a:pt x="1911731" y="1059307"/>
                </a:cubicBezTo>
                <a:cubicBezTo>
                  <a:pt x="1903095" y="1048639"/>
                  <a:pt x="1890141" y="1037082"/>
                  <a:pt x="1883918" y="1024763"/>
                </a:cubicBezTo>
                <a:cubicBezTo>
                  <a:pt x="1887347" y="1018794"/>
                  <a:pt x="1898269" y="1018921"/>
                  <a:pt x="1907159" y="1018667"/>
                </a:cubicBezTo>
                <a:cubicBezTo>
                  <a:pt x="1952498" y="1043686"/>
                  <a:pt x="1996440" y="1075055"/>
                  <a:pt x="2044827" y="1096391"/>
                </a:cubicBezTo>
                <a:cubicBezTo>
                  <a:pt x="2067052" y="1105535"/>
                  <a:pt x="2082546" y="1126363"/>
                  <a:pt x="2105660" y="1131316"/>
                </a:cubicBezTo>
                <a:cubicBezTo>
                  <a:pt x="2160524" y="1131951"/>
                  <a:pt x="2212213" y="1158367"/>
                  <a:pt x="2259330" y="1175004"/>
                </a:cubicBezTo>
                <a:cubicBezTo>
                  <a:pt x="2255647" y="1161034"/>
                  <a:pt x="2243074" y="1158367"/>
                  <a:pt x="2234311" y="1147699"/>
                </a:cubicBezTo>
                <a:cubicBezTo>
                  <a:pt x="2190496" y="1105408"/>
                  <a:pt x="2172716" y="1033272"/>
                  <a:pt x="2146300" y="981456"/>
                </a:cubicBezTo>
                <a:cubicBezTo>
                  <a:pt x="2146300" y="981456"/>
                  <a:pt x="2161413" y="1085977"/>
                  <a:pt x="2177796" y="1133475"/>
                </a:cubicBezTo>
                <a:cubicBezTo>
                  <a:pt x="2145284" y="1089152"/>
                  <a:pt x="2108200" y="1045972"/>
                  <a:pt x="2061718" y="1016254"/>
                </a:cubicBezTo>
                <a:cubicBezTo>
                  <a:pt x="2061718" y="1016254"/>
                  <a:pt x="2089658" y="1081659"/>
                  <a:pt x="2101977" y="1106297"/>
                </a:cubicBezTo>
                <a:lnTo>
                  <a:pt x="2099437" y="1107948"/>
                </a:lnTo>
                <a:cubicBezTo>
                  <a:pt x="2089023" y="1094740"/>
                  <a:pt x="2074037" y="1082675"/>
                  <a:pt x="2054606" y="1080770"/>
                </a:cubicBezTo>
                <a:cubicBezTo>
                  <a:pt x="2035048" y="1089787"/>
                  <a:pt x="2022729" y="1065149"/>
                  <a:pt x="2004187" y="1059053"/>
                </a:cubicBezTo>
                <a:lnTo>
                  <a:pt x="2018157" y="1024636"/>
                </a:lnTo>
                <a:cubicBezTo>
                  <a:pt x="2023618" y="999363"/>
                  <a:pt x="2003044" y="981837"/>
                  <a:pt x="1991487" y="963930"/>
                </a:cubicBezTo>
                <a:lnTo>
                  <a:pt x="1954530" y="982472"/>
                </a:lnTo>
                <a:cubicBezTo>
                  <a:pt x="1934337" y="973709"/>
                  <a:pt x="1926971" y="956691"/>
                  <a:pt x="1922526" y="935990"/>
                </a:cubicBezTo>
                <a:lnTo>
                  <a:pt x="1940814" y="922274"/>
                </a:lnTo>
                <a:cubicBezTo>
                  <a:pt x="1940052" y="915416"/>
                  <a:pt x="1927352" y="912749"/>
                  <a:pt x="1921510" y="909320"/>
                </a:cubicBezTo>
                <a:cubicBezTo>
                  <a:pt x="1945767" y="899033"/>
                  <a:pt x="1967865" y="888238"/>
                  <a:pt x="1991614" y="880110"/>
                </a:cubicBezTo>
                <a:cubicBezTo>
                  <a:pt x="2022983" y="866902"/>
                  <a:pt x="2064639" y="878078"/>
                  <a:pt x="2093595" y="897382"/>
                </a:cubicBezTo>
                <a:lnTo>
                  <a:pt x="2094992" y="892302"/>
                </a:lnTo>
                <a:lnTo>
                  <a:pt x="2039239" y="854075"/>
                </a:lnTo>
                <a:cubicBezTo>
                  <a:pt x="2023110" y="857377"/>
                  <a:pt x="2007362" y="868172"/>
                  <a:pt x="1992122" y="867156"/>
                </a:cubicBezTo>
                <a:cubicBezTo>
                  <a:pt x="2005330" y="825881"/>
                  <a:pt x="2042287" y="818896"/>
                  <a:pt x="2042287" y="818896"/>
                </a:cubicBezTo>
                <a:cubicBezTo>
                  <a:pt x="2042287" y="818896"/>
                  <a:pt x="2093087" y="805180"/>
                  <a:pt x="2108200" y="789559"/>
                </a:cubicBezTo>
                <a:cubicBezTo>
                  <a:pt x="2125218" y="772160"/>
                  <a:pt x="2158619" y="750316"/>
                  <a:pt x="2158619" y="748284"/>
                </a:cubicBezTo>
                <a:cubicBezTo>
                  <a:pt x="2158619" y="747776"/>
                  <a:pt x="2156270" y="747451"/>
                  <a:pt x="2152495" y="747328"/>
                </a:cubicBezTo>
                <a:close/>
                <a:moveTo>
                  <a:pt x="2212213" y="742061"/>
                </a:moveTo>
                <a:cubicBezTo>
                  <a:pt x="2181860" y="740791"/>
                  <a:pt x="2151507" y="774827"/>
                  <a:pt x="2122297" y="795528"/>
                </a:cubicBezTo>
                <a:cubicBezTo>
                  <a:pt x="2100390" y="811054"/>
                  <a:pt x="2067266" y="816435"/>
                  <a:pt x="2052074" y="818156"/>
                </a:cubicBezTo>
                <a:lnTo>
                  <a:pt x="2045485" y="818755"/>
                </a:lnTo>
                <a:lnTo>
                  <a:pt x="2043938" y="818769"/>
                </a:lnTo>
                <a:lnTo>
                  <a:pt x="2043938" y="818896"/>
                </a:lnTo>
                <a:lnTo>
                  <a:pt x="2045485" y="818755"/>
                </a:lnTo>
                <a:lnTo>
                  <a:pt x="2053277" y="818686"/>
                </a:lnTo>
                <a:cubicBezTo>
                  <a:pt x="2070815" y="818364"/>
                  <a:pt x="2109534" y="816864"/>
                  <a:pt x="2138680" y="810006"/>
                </a:cubicBezTo>
                <a:cubicBezTo>
                  <a:pt x="2177542" y="800989"/>
                  <a:pt x="2219452" y="766191"/>
                  <a:pt x="2237740" y="757174"/>
                </a:cubicBezTo>
                <a:cubicBezTo>
                  <a:pt x="2255901" y="748157"/>
                  <a:pt x="2275967" y="753745"/>
                  <a:pt x="2275967" y="751713"/>
                </a:cubicBezTo>
                <a:cubicBezTo>
                  <a:pt x="2275967" y="748665"/>
                  <a:pt x="2242566" y="743331"/>
                  <a:pt x="2212213" y="742061"/>
                </a:cubicBezTo>
                <a:close/>
                <a:moveTo>
                  <a:pt x="0" y="0"/>
                </a:moveTo>
                <a:lnTo>
                  <a:pt x="8060436" y="0"/>
                </a:lnTo>
                <a:lnTo>
                  <a:pt x="8060436" y="4493133"/>
                </a:lnTo>
                <a:lnTo>
                  <a:pt x="5417820" y="6025007"/>
                </a:lnTo>
                <a:lnTo>
                  <a:pt x="0" y="602500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798987" y="662373"/>
            <a:ext cx="2951162" cy="1174299"/>
          </a:xfrm>
        </p:spPr>
        <p:txBody>
          <a:bodyPr/>
          <a:lstStyle>
            <a:lvl1pPr marL="0" indent="0">
              <a:lnSpc>
                <a:spcPct val="92000"/>
              </a:lnSpc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  <a:lvl2pPr marL="0" indent="0">
              <a:lnSpc>
                <a:spcPct val="92000"/>
              </a:lnSpc>
              <a:spcBef>
                <a:spcPts val="1200"/>
              </a:spcBef>
              <a:buNone/>
              <a:defRPr sz="1500" b="1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500"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798987" y="1892155"/>
            <a:ext cx="2951162" cy="783578"/>
          </a:xfrm>
        </p:spPr>
        <p:txBody>
          <a:bodyPr/>
          <a:lstStyle>
            <a:lvl1pPr marL="0" indent="0">
              <a:lnSpc>
                <a:spcPct val="92000"/>
              </a:lnSpc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  <a:lvl2pPr marL="0" indent="0">
              <a:lnSpc>
                <a:spcPct val="92000"/>
              </a:lnSpc>
              <a:spcBef>
                <a:spcPts val="1200"/>
              </a:spcBef>
              <a:buNone/>
              <a:defRPr sz="1500" b="1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500"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</a:t>
            </a:r>
          </a:p>
          <a:p>
            <a:pPr lvl="0"/>
            <a:r>
              <a:rPr lang="en-US"/>
              <a:t>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8F8D99C-C087-2239-5430-98D915DC64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09663" y="6939153"/>
            <a:ext cx="12475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08C9ED-7C5E-42FA-B72E-135C17F1B4E8}" type="datetime1">
              <a:rPr lang="en-IE" smtClean="0"/>
              <a:t>29/10/2026</a:t>
            </a:fld>
            <a:endParaRPr lang="en-IE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7CDD2C1-E383-AED8-967D-F72789126D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939153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0BE5722-2CD2-67D8-E5C0-61436201536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54038" y="6939152"/>
            <a:ext cx="4762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12E06C-632C-46FC-5E40-29DDA75D4778}"/>
              </a:ext>
            </a:extLst>
          </p:cNvPr>
          <p:cNvSpPr/>
          <p:nvPr userDrawn="1"/>
        </p:nvSpPr>
        <p:spPr>
          <a:xfrm>
            <a:off x="-17585" y="3503735"/>
            <a:ext cx="12199327" cy="2910253"/>
          </a:xfrm>
          <a:custGeom>
            <a:avLst/>
            <a:gdLst>
              <a:gd name="csX0" fmla="*/ 0 w 12199327"/>
              <a:gd name="csY0" fmla="*/ 2910253 h 2910253"/>
              <a:gd name="csX1" fmla="*/ 7332785 w 12199327"/>
              <a:gd name="csY1" fmla="*/ 2910253 h 2910253"/>
              <a:gd name="csX2" fmla="*/ 12199327 w 12199327"/>
              <a:gd name="csY2" fmla="*/ 0 h 2910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99327" h="2910253">
                <a:moveTo>
                  <a:pt x="0" y="2910253"/>
                </a:moveTo>
                <a:lnTo>
                  <a:pt x="7332785" y="2910253"/>
                </a:lnTo>
                <a:lnTo>
                  <a:pt x="12199327" y="0"/>
                </a:lnTo>
              </a:path>
            </a:pathLst>
          </a:cu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09127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E5CFF21-FDFC-41FB-2A29-16F7377487A1}"/>
              </a:ext>
            </a:extLst>
          </p:cNvPr>
          <p:cNvSpPr/>
          <p:nvPr userDrawn="1"/>
        </p:nvSpPr>
        <p:spPr>
          <a:xfrm>
            <a:off x="6262879" y="1166180"/>
            <a:ext cx="4344288" cy="4702491"/>
          </a:xfrm>
          <a:custGeom>
            <a:avLst/>
            <a:gdLst>
              <a:gd name="csX0" fmla="*/ 0 w 4344288"/>
              <a:gd name="csY0" fmla="*/ 0 h 4702491"/>
              <a:gd name="csX1" fmla="*/ 4344288 w 4344288"/>
              <a:gd name="csY1" fmla="*/ 0 h 4702491"/>
              <a:gd name="csX2" fmla="*/ 4344288 w 4344288"/>
              <a:gd name="csY2" fmla="*/ 3960684 h 4702491"/>
              <a:gd name="csX3" fmla="*/ 3132835 w 4344288"/>
              <a:gd name="csY3" fmla="*/ 4702491 h 4702491"/>
              <a:gd name="csX4" fmla="*/ 0 w 4344288"/>
              <a:gd name="csY4" fmla="*/ 4702491 h 4702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44288" h="4702491">
                <a:moveTo>
                  <a:pt x="0" y="0"/>
                </a:moveTo>
                <a:lnTo>
                  <a:pt x="4344288" y="0"/>
                </a:lnTo>
                <a:lnTo>
                  <a:pt x="4344288" y="3960684"/>
                </a:lnTo>
                <a:lnTo>
                  <a:pt x="3132835" y="4702491"/>
                </a:lnTo>
                <a:lnTo>
                  <a:pt x="0" y="4702491"/>
                </a:lnTo>
                <a:close/>
              </a:path>
            </a:pathLst>
          </a:custGeom>
          <a:solidFill>
            <a:srgbClr val="061530">
              <a:alpha val="8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30F2B71-B747-62CE-FAFD-E40C3E5522D2}"/>
              </a:ext>
            </a:extLst>
          </p:cNvPr>
          <p:cNvSpPr/>
          <p:nvPr userDrawn="1"/>
        </p:nvSpPr>
        <p:spPr>
          <a:xfrm>
            <a:off x="1514127" y="1166180"/>
            <a:ext cx="4344288" cy="4702491"/>
          </a:xfrm>
          <a:custGeom>
            <a:avLst/>
            <a:gdLst>
              <a:gd name="csX0" fmla="*/ 0 w 4344288"/>
              <a:gd name="csY0" fmla="*/ 0 h 4702491"/>
              <a:gd name="csX1" fmla="*/ 4344288 w 4344288"/>
              <a:gd name="csY1" fmla="*/ 0 h 4702491"/>
              <a:gd name="csX2" fmla="*/ 4344288 w 4344288"/>
              <a:gd name="csY2" fmla="*/ 3960684 h 4702491"/>
              <a:gd name="csX3" fmla="*/ 3132835 w 4344288"/>
              <a:gd name="csY3" fmla="*/ 4702491 h 4702491"/>
              <a:gd name="csX4" fmla="*/ 0 w 4344288"/>
              <a:gd name="csY4" fmla="*/ 4702491 h 4702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44288" h="4702491">
                <a:moveTo>
                  <a:pt x="0" y="0"/>
                </a:moveTo>
                <a:lnTo>
                  <a:pt x="4344288" y="0"/>
                </a:lnTo>
                <a:lnTo>
                  <a:pt x="4344288" y="3960684"/>
                </a:lnTo>
                <a:lnTo>
                  <a:pt x="3132835" y="4702491"/>
                </a:lnTo>
                <a:lnTo>
                  <a:pt x="0" y="4702491"/>
                </a:lnTo>
                <a:close/>
              </a:path>
            </a:pathLst>
          </a:custGeom>
          <a:solidFill>
            <a:srgbClr val="061530">
              <a:alpha val="85000"/>
            </a:srgb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3E089-765D-ACFF-35E2-0C621933251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57475" y="6202998"/>
            <a:ext cx="1247598" cy="365125"/>
          </a:xfrm>
        </p:spPr>
        <p:txBody>
          <a:bodyPr/>
          <a:lstStyle/>
          <a:p>
            <a:fld id="{5E5BE9D3-9BF2-44F9-BF31-E801D9990CBA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8D53CF-014A-FA2D-5D05-A5E959EC0B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D28C658-0ECB-8958-0CA0-66BFAD82AC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515C151-D461-F1F3-084A-71251EE2940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262878" y="1899920"/>
            <a:ext cx="4344289" cy="3643629"/>
          </a:xfrm>
        </p:spPr>
        <p:txBody>
          <a:bodyPr/>
          <a:lstStyle/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49052-C2F7-0CA0-6F47-DEC00E287247}"/>
              </a:ext>
            </a:extLst>
          </p:cNvPr>
          <p:cNvCxnSpPr>
            <a:cxnSpLocks/>
          </p:cNvCxnSpPr>
          <p:nvPr userDrawn="1"/>
        </p:nvCxnSpPr>
        <p:spPr>
          <a:xfrm>
            <a:off x="1514127" y="1864062"/>
            <a:ext cx="434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C21C1B31-CE7E-1203-C381-1A7F719B9725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1514127" y="1899920"/>
            <a:ext cx="4344288" cy="3643630"/>
          </a:xfrm>
        </p:spPr>
        <p:txBody>
          <a:bodyPr/>
          <a:lstStyle/>
          <a:p>
            <a:endParaRPr lang="en-I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447DE2-5539-ABBC-BF41-37BF3D045689}"/>
              </a:ext>
            </a:extLst>
          </p:cNvPr>
          <p:cNvCxnSpPr>
            <a:cxnSpLocks/>
          </p:cNvCxnSpPr>
          <p:nvPr userDrawn="1"/>
        </p:nvCxnSpPr>
        <p:spPr>
          <a:xfrm>
            <a:off x="6261967" y="1864062"/>
            <a:ext cx="434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21FD4-D7F7-EA97-FBF8-DA1A238267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06271" y="1299111"/>
            <a:ext cx="3960000" cy="432000"/>
          </a:xfrm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1DD260-D83C-027E-BE8B-1881F0F3F5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55023" y="1299111"/>
            <a:ext cx="3960000" cy="432000"/>
          </a:xfrm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0985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B894C4-68CA-6D05-B845-B135D5EBC739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6144089-F6F1-4053-9557-ACD61C3F612F}" type="datetime1">
              <a:rPr lang="en-IE" smtClean="0"/>
              <a:t>29/10/2026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6597CC-DC61-4440-A16D-3AA939DE77B3}" type="slidenum">
              <a:rPr lang="en-IE" smtClean="0"/>
              <a:pPr/>
              <a:t>‹Nº›</a:t>
            </a:fld>
            <a:endParaRPr lang="en-IE"/>
          </a:p>
        </p:txBody>
      </p:sp>
      <p:sp>
        <p:nvSpPr>
          <p:cNvPr id="10" name="Chart Placeholder 12">
            <a:extLst>
              <a:ext uri="{FF2B5EF4-FFF2-40B4-BE49-F238E27FC236}">
                <a16:creationId xmlns:a16="http://schemas.microsoft.com/office/drawing/2014/main" id="{657CE885-69FA-D900-F162-151BE6F8D3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08460" y="2048165"/>
            <a:ext cx="4416947" cy="3201631"/>
          </a:xfrm>
          <a:prstGeom prst="rect">
            <a:avLst/>
          </a:prstGeom>
          <a:noFill/>
        </p:spPr>
        <p:txBody>
          <a:bodyPr/>
          <a:lstStyle/>
          <a:p>
            <a:endParaRPr lang="en-GB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1A9E2DF-5269-249B-5F92-EAC032DD03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46863" y="1619250"/>
            <a:ext cx="4724400" cy="256379"/>
          </a:xfrm>
          <a:noFill/>
          <a:ln>
            <a:noFill/>
          </a:ln>
          <a:effectLst/>
        </p:spPr>
        <p:txBody>
          <a:bodyPr lIns="90000" rIns="90000" anchor="t" anchorCtr="0"/>
          <a:lstStyle>
            <a:lvl1pPr marL="0" indent="0" algn="l">
              <a:buNone/>
              <a:defRPr sz="16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EC5D8A3-1551-A19C-3D56-D78369BEE7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87200" y="2084845"/>
            <a:ext cx="321261" cy="2836728"/>
          </a:xfrm>
          <a:noFill/>
          <a:ln>
            <a:noFill/>
          </a:ln>
          <a:effectLst>
            <a:innerShdw dist="19050" dir="5400000">
              <a:prstClr val="black"/>
            </a:innerShdw>
          </a:effectLst>
        </p:spPr>
        <p:txBody>
          <a:bodyPr vert="vert270" tIns="0" bIns="0" anchor="b"/>
          <a:lstStyle>
            <a:lvl1pPr marL="0" indent="0">
              <a:buNone/>
              <a:defRPr sz="115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FDA566-F01C-264B-A621-69AA67B9D4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9408" y="5233992"/>
            <a:ext cx="4002930" cy="294767"/>
          </a:xfrm>
          <a:noFill/>
          <a:ln>
            <a:noFill/>
          </a:ln>
          <a:effectLst/>
        </p:spPr>
        <p:txBody>
          <a:bodyPr anchor="t"/>
          <a:lstStyle>
            <a:lvl1pPr marL="0" indent="0" algn="r">
              <a:buNone/>
              <a:defRPr sz="115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5A4249E-541D-C5E2-72AF-A4D189FA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52" y="554042"/>
            <a:ext cx="4998247" cy="554029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A89A21-B578-9ADE-E0B1-FE34D926BEC4}"/>
              </a:ext>
            </a:extLst>
          </p:cNvPr>
          <p:cNvCxnSpPr>
            <a:cxnSpLocks/>
          </p:cNvCxnSpPr>
          <p:nvPr userDrawn="1"/>
        </p:nvCxnSpPr>
        <p:spPr>
          <a:xfrm>
            <a:off x="1109663" y="1244322"/>
            <a:ext cx="9972675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C8996C5-4BA2-3712-6CD4-BA69838E94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96963" y="1619250"/>
            <a:ext cx="4999037" cy="3924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11891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B894C4-68CA-6D05-B845-B135D5EBC739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gradFill>
            <a:gsLst>
              <a:gs pos="0">
                <a:srgbClr val="468DCB"/>
              </a:gs>
              <a:gs pos="50000">
                <a:srgbClr val="1D68A9"/>
              </a:gs>
              <a:gs pos="100000">
                <a:schemeClr val="tx2"/>
              </a:gs>
            </a:gsLst>
            <a:lin ang="0" scaled="1"/>
          </a:gra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6144089-F6F1-4053-9557-ACD61C3F612F}" type="datetime1">
              <a:rPr lang="en-IE" smtClean="0"/>
              <a:t>29/10/2026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6597CC-DC61-4440-A16D-3AA939DE77B3}" type="slidenum">
              <a:rPr lang="en-IE" smtClean="0"/>
              <a:pPr/>
              <a:t>‹Nº›</a:t>
            </a:fld>
            <a:endParaRPr lang="en-IE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59491EB7-6B18-2CB7-F579-84C56798B05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41176" y="1619250"/>
            <a:ext cx="5554824" cy="39243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Chart Placeholder 12">
            <a:extLst>
              <a:ext uri="{FF2B5EF4-FFF2-40B4-BE49-F238E27FC236}">
                <a16:creationId xmlns:a16="http://schemas.microsoft.com/office/drawing/2014/main" id="{657CE885-69FA-D900-F162-151BE6F8D3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08460" y="2052831"/>
            <a:ext cx="4381835" cy="3201631"/>
          </a:xfrm>
          <a:prstGeom prst="rect">
            <a:avLst/>
          </a:prstGeom>
          <a:noFill/>
        </p:spPr>
        <p:txBody>
          <a:bodyPr/>
          <a:lstStyle/>
          <a:p>
            <a:endParaRPr lang="en-GB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1A9E2DF-5269-249B-5F92-EAC032DD03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46863" y="1619250"/>
            <a:ext cx="4724400" cy="256379"/>
          </a:xfrm>
          <a:noFill/>
          <a:ln>
            <a:noFill/>
          </a:ln>
          <a:effectLst/>
        </p:spPr>
        <p:txBody>
          <a:bodyPr lIns="90000" rIns="90000" anchor="t" anchorCtr="0"/>
          <a:lstStyle>
            <a:lvl1pPr marL="0" indent="0" algn="l">
              <a:buNone/>
              <a:defRPr sz="16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EC5D8A3-1551-A19C-3D56-D78369BEE7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87200" y="2089511"/>
            <a:ext cx="321261" cy="2836728"/>
          </a:xfrm>
          <a:noFill/>
          <a:ln>
            <a:noFill/>
          </a:ln>
          <a:effectLst>
            <a:innerShdw dist="19050" dir="5400000">
              <a:prstClr val="black"/>
            </a:innerShdw>
          </a:effectLst>
        </p:spPr>
        <p:txBody>
          <a:bodyPr vert="vert270" tIns="0" bIns="0" anchor="b"/>
          <a:lstStyle>
            <a:lvl1pPr marL="0" indent="0">
              <a:buNone/>
              <a:defRPr sz="115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FDA566-F01C-264B-A621-69AA67B9D4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4296" y="5238658"/>
            <a:ext cx="4002930" cy="294767"/>
          </a:xfrm>
          <a:noFill/>
          <a:ln>
            <a:noFill/>
          </a:ln>
          <a:effectLst/>
        </p:spPr>
        <p:txBody>
          <a:bodyPr anchor="t"/>
          <a:lstStyle>
            <a:lvl1pPr marL="0" indent="0" algn="r">
              <a:buNone/>
              <a:defRPr sz="115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5A4249E-541D-C5E2-72AF-A4D189FA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84" y="554038"/>
            <a:ext cx="5542915" cy="554037"/>
          </a:xfrm>
        </p:spPr>
        <p:txBody>
          <a:bodyPr/>
          <a:lstStyle>
            <a:lvl1pPr>
              <a:lnSpc>
                <a:spcPct val="85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A89A21-B578-9ADE-E0B1-FE34D926BEC4}"/>
              </a:ext>
            </a:extLst>
          </p:cNvPr>
          <p:cNvCxnSpPr>
            <a:cxnSpLocks/>
          </p:cNvCxnSpPr>
          <p:nvPr userDrawn="1"/>
        </p:nvCxnSpPr>
        <p:spPr>
          <a:xfrm>
            <a:off x="553085" y="1244322"/>
            <a:ext cx="10529253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330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 with Gradi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CF27F1-379B-CA96-1CBD-C9104885C099}"/>
              </a:ext>
            </a:extLst>
          </p:cNvPr>
          <p:cNvSpPr/>
          <p:nvPr userDrawn="1"/>
        </p:nvSpPr>
        <p:spPr>
          <a:xfrm>
            <a:off x="0" y="0"/>
            <a:ext cx="11638915" cy="5992749"/>
          </a:xfrm>
          <a:custGeom>
            <a:avLst/>
            <a:gdLst>
              <a:gd name="csX0" fmla="*/ 0 w 11638915"/>
              <a:gd name="csY0" fmla="*/ 0 h 5992749"/>
              <a:gd name="csX1" fmla="*/ 11638915 w 11638915"/>
              <a:gd name="csY1" fmla="*/ 0 h 5992749"/>
              <a:gd name="csX2" fmla="*/ 11638915 w 11638915"/>
              <a:gd name="csY2" fmla="*/ 47625 h 5992749"/>
              <a:gd name="csX3" fmla="*/ 11638915 w 11638915"/>
              <a:gd name="csY3" fmla="*/ 5344414 h 5992749"/>
              <a:gd name="csX4" fmla="*/ 11638915 w 11638915"/>
              <a:gd name="csY4" fmla="*/ 5392039 h 5992749"/>
              <a:gd name="csX5" fmla="*/ 10529824 w 11638915"/>
              <a:gd name="csY5" fmla="*/ 5992749 h 5992749"/>
              <a:gd name="csX6" fmla="*/ 0 w 11638915"/>
              <a:gd name="csY6" fmla="*/ 5992749 h 5992749"/>
              <a:gd name="csX7" fmla="*/ 0 w 11638915"/>
              <a:gd name="csY7" fmla="*/ 5945124 h 5992749"/>
              <a:gd name="csX8" fmla="*/ 0 w 11638915"/>
              <a:gd name="csY8" fmla="*/ 47625 h 599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38915" h="5992749">
                <a:moveTo>
                  <a:pt x="0" y="0"/>
                </a:moveTo>
                <a:lnTo>
                  <a:pt x="11638915" y="0"/>
                </a:lnTo>
                <a:lnTo>
                  <a:pt x="11638915" y="47625"/>
                </a:lnTo>
                <a:lnTo>
                  <a:pt x="11638915" y="5344414"/>
                </a:lnTo>
                <a:lnTo>
                  <a:pt x="11638915" y="5392039"/>
                </a:lnTo>
                <a:lnTo>
                  <a:pt x="10529824" y="5992749"/>
                </a:lnTo>
                <a:lnTo>
                  <a:pt x="0" y="5992749"/>
                </a:lnTo>
                <a:lnTo>
                  <a:pt x="0" y="5945124"/>
                </a:lnTo>
                <a:lnTo>
                  <a:pt x="0" y="4762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745" y="2059200"/>
            <a:ext cx="10056079" cy="34385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40D3153-C140-702E-1E37-71DAEA12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129CD8-0BDD-4835-A42B-CAAE56238B1B}" type="datetime1">
              <a:rPr lang="en-IE" smtClean="0"/>
              <a:t>29/10/2026</a:t>
            </a:fld>
            <a:endParaRPr lang="en-I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F2337D4-960E-DC1E-6C63-A5FBC093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1198476-7BB4-3D32-28B3-C8867778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69F937-BE82-5CC3-C362-ED944955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40434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7E6DDA0-7DBA-777D-CC2B-83AE6B8BE8CB}"/>
              </a:ext>
            </a:extLst>
          </p:cNvPr>
          <p:cNvSpPr/>
          <p:nvPr userDrawn="1"/>
        </p:nvSpPr>
        <p:spPr>
          <a:xfrm>
            <a:off x="1500391" y="554038"/>
            <a:ext cx="9521870" cy="5275239"/>
          </a:xfrm>
          <a:custGeom>
            <a:avLst/>
            <a:gdLst>
              <a:gd name="csX0" fmla="*/ 0 w 9521870"/>
              <a:gd name="csY0" fmla="*/ 0 h 5275239"/>
              <a:gd name="csX1" fmla="*/ 9521870 w 9521870"/>
              <a:gd name="csY1" fmla="*/ 0 h 5275239"/>
              <a:gd name="csX2" fmla="*/ 9521870 w 9521870"/>
              <a:gd name="csY2" fmla="*/ 4622763 h 5275239"/>
              <a:gd name="csX3" fmla="*/ 8394687 w 9521870"/>
              <a:gd name="csY3" fmla="*/ 5275239 h 5275239"/>
              <a:gd name="csX4" fmla="*/ 0 w 9521870"/>
              <a:gd name="csY4" fmla="*/ 5275239 h 52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1870" h="5275239">
                <a:moveTo>
                  <a:pt x="0" y="0"/>
                </a:moveTo>
                <a:lnTo>
                  <a:pt x="9521870" y="0"/>
                </a:lnTo>
                <a:lnTo>
                  <a:pt x="9521870" y="4622763"/>
                </a:lnTo>
                <a:lnTo>
                  <a:pt x="8394687" y="5275239"/>
                </a:lnTo>
                <a:lnTo>
                  <a:pt x="0" y="527523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98DDBC-B9FE-9FDD-C035-C2BB9BE5944F}"/>
              </a:ext>
            </a:extLst>
          </p:cNvPr>
          <p:cNvCxnSpPr>
            <a:cxnSpLocks/>
          </p:cNvCxnSpPr>
          <p:nvPr userDrawn="1"/>
        </p:nvCxnSpPr>
        <p:spPr>
          <a:xfrm>
            <a:off x="1949328" y="1747223"/>
            <a:ext cx="8575200" cy="0"/>
          </a:xfrm>
          <a:prstGeom prst="line">
            <a:avLst/>
          </a:prstGeom>
          <a:ln w="762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328" y="1834907"/>
            <a:ext cx="8561162" cy="3731081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2806D04-C6E7-DB3F-1AD2-6D913081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366" y="1012075"/>
            <a:ext cx="8561162" cy="7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5312D1F-8378-C4DC-980E-1694BCF0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71731B-6E23-4AD9-AA48-C33EA1ACD098}" type="datetime1">
              <a:rPr lang="en-IE" smtClean="0"/>
              <a:t>29/10/2026</a:t>
            </a:fld>
            <a:endParaRPr lang="en-I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66EED04-BA63-2A4B-4561-E5770CA2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7760A25-B76E-477D-0FFF-726DCCE9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1A6597CC-DC61-4440-A16D-3AA939DE77B3}" type="slidenum">
              <a:rPr lang="en-IE" smtClean="0"/>
              <a:pPr algn="ctr"/>
              <a:t>‹Nº›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39382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8835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717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ingspa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898909"/>
            <a:ext cx="1188720" cy="5750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chemeClr val="accent5"/>
                </a:solidFill>
              </a:rPr>
              <a:t>Kingspan Data Solutions  |  Middle Americas  ·  Internal working document  ·  October 2026</a:t>
            </a:r>
            <a:endParaRPr lang="en-US" sz="90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10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120552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Relationship Id="rId53" Type="http://schemas.openxmlformats.org/officeDocument/2006/relationships/image" Target="../media/image1.jpeg"/><Relationship Id="rId54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3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6745" y="580673"/>
            <a:ext cx="8497643" cy="443631"/>
          </a:xfrm>
          <a:prstGeom prst="rect">
            <a:avLst/>
          </a:prstGeom>
        </p:spPr>
        <p:txBody>
          <a:bodyPr vert="horz" lIns="0" tIns="36000" rIns="0" bIns="3600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745" y="1620000"/>
            <a:ext cx="8497643" cy="40005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Solid 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9663" y="6158548"/>
            <a:ext cx="12475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pPr algn="l"/>
            <a:fld id="{B32BDAF0-1600-4F14-9337-BFB5730123BE}" type="datetime1">
              <a:rPr lang="en-IE" smtClean="0"/>
              <a:pPr algn="l"/>
              <a:t>29/10/2026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58548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4038" y="6158547"/>
            <a:ext cx="47625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1" i="0">
                <a:solidFill>
                  <a:schemeClr val="bg1"/>
                </a:solidFill>
              </a:defRPr>
            </a:lvl1pPr>
          </a:lstStyle>
          <a:p>
            <a:pPr algn="l"/>
            <a:fld id="{1A6597CC-DC61-4440-A16D-3AA939DE77B3}" type="slidenum">
              <a:rPr lang="en-IE" smtClean="0"/>
              <a:pPr algn="l"/>
              <a:t>‹Nº›</a:t>
            </a:fld>
            <a:endParaRPr lang="en-IE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AA05718E-4B97-2B7E-EDDB-F64238364D5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10779373" y="6041584"/>
            <a:ext cx="905420" cy="4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2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3692" r:id="rId2"/>
    <p:sldLayoutId id="2147484226" r:id="rId3"/>
    <p:sldLayoutId id="2147484228" r:id="rId4"/>
    <p:sldLayoutId id="2147484229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  <p:sldLayoutId id="2147484218" r:id="rId12"/>
    <p:sldLayoutId id="2147484219" r:id="rId13"/>
    <p:sldLayoutId id="2147484230" r:id="rId14"/>
    <p:sldLayoutId id="2147484231" r:id="rId15"/>
    <p:sldLayoutId id="2147484232" r:id="rId16"/>
    <p:sldLayoutId id="2147484220" r:id="rId17"/>
    <p:sldLayoutId id="2147484221" r:id="rId18"/>
    <p:sldLayoutId id="2147484222" r:id="rId19"/>
    <p:sldLayoutId id="2147484223" r:id="rId20"/>
    <p:sldLayoutId id="2147484224" r:id="rId21"/>
    <p:sldLayoutId id="2147484225" r:id="rId22"/>
    <p:sldLayoutId id="2147484233" r:id="rId23"/>
    <p:sldLayoutId id="2147484234" r:id="rId24"/>
    <p:sldLayoutId id="2147484237" r:id="rId25"/>
    <p:sldLayoutId id="2147484235" r:id="rId26"/>
    <p:sldLayoutId id="2147484182" r:id="rId27"/>
    <p:sldLayoutId id="2147484236" r:id="rId28"/>
    <p:sldLayoutId id="2147484238" r:id="rId29"/>
    <p:sldLayoutId id="2147484239" r:id="rId30"/>
    <p:sldLayoutId id="2147484242" r:id="rId31"/>
    <p:sldLayoutId id="2147483815" r:id="rId32"/>
    <p:sldLayoutId id="2147484035" r:id="rId33"/>
    <p:sldLayoutId id="2147484243" r:id="rId34"/>
    <p:sldLayoutId id="2147484244" r:id="rId35"/>
    <p:sldLayoutId id="2147484245" r:id="rId36"/>
    <p:sldLayoutId id="2147484246" r:id="rId37"/>
    <p:sldLayoutId id="2147484247" r:id="rId38"/>
    <p:sldLayoutId id="2147484248" r:id="rId39"/>
    <p:sldLayoutId id="2147484249" r:id="rId40"/>
    <p:sldLayoutId id="2147484250" r:id="rId41"/>
    <p:sldLayoutId id="2147484253" r:id="rId42"/>
    <p:sldLayoutId id="2147484251" r:id="rId43"/>
    <p:sldLayoutId id="2147484252" r:id="rId44"/>
    <p:sldLayoutId id="2147484254" r:id="rId45"/>
    <p:sldLayoutId id="2147484178" r:id="rId46"/>
    <p:sldLayoutId id="2147484240" r:id="rId47"/>
    <p:sldLayoutId id="2147484241" r:id="rId48"/>
    <p:sldLayoutId id="2147484049" r:id="rId49"/>
    <p:sldLayoutId id="2147484058" r:id="rId50"/>
    <p:sldLayoutId id="2147484039" r:id="rId5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0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Wingdings 2" panose="05020102010507070707" pitchFamily="18" charset="2"/>
        <a:buChar char=""/>
        <a:defRPr sz="16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0" userDrawn="1">
          <p15:clr>
            <a:srgbClr val="F26B43"/>
          </p15:clr>
        </p15:guide>
        <p15:guide id="3" pos="349" userDrawn="1">
          <p15:clr>
            <a:srgbClr val="F26B43"/>
          </p15:clr>
        </p15:guide>
        <p15:guide id="4" pos="6981" userDrawn="1">
          <p15:clr>
            <a:srgbClr val="F26B43"/>
          </p15:clr>
        </p15:guide>
        <p15:guide id="5" orient="horz" pos="3760" userDrawn="1">
          <p15:clr>
            <a:srgbClr val="F26B43"/>
          </p15:clr>
        </p15:guide>
        <p15:guide id="6" pos="7331" userDrawn="1">
          <p15:clr>
            <a:srgbClr val="F26B43"/>
          </p15:clr>
        </p15:guide>
        <p15:guide id="7" orient="horz" pos="349" userDrawn="1">
          <p15:clr>
            <a:srgbClr val="F26B43"/>
          </p15:clr>
        </p15:guide>
        <p15:guide id="8" orient="horz" pos="698" userDrawn="1">
          <p15:clr>
            <a:srgbClr val="F26B43"/>
          </p15:clr>
        </p15:guide>
        <p15:guide id="9" pos="699" userDrawn="1">
          <p15:clr>
            <a:srgbClr val="F26B43"/>
          </p15:clr>
        </p15:guide>
        <p15:guide id="10" orient="horz" pos="1046" userDrawn="1">
          <p15:clr>
            <a:srgbClr val="F26B43"/>
          </p15:clr>
        </p15:guide>
        <p15:guide id="11" pos="1047" userDrawn="1">
          <p15:clr>
            <a:srgbClr val="F26B43"/>
          </p15:clr>
        </p15:guide>
        <p15:guide id="12" pos="1396" userDrawn="1">
          <p15:clr>
            <a:srgbClr val="F26B43"/>
          </p15:clr>
        </p15:guide>
        <p15:guide id="13" orient="horz" pos="1398" userDrawn="1">
          <p15:clr>
            <a:srgbClr val="F26B43"/>
          </p15:clr>
        </p15:guide>
        <p15:guide id="14" pos="1745" userDrawn="1">
          <p15:clr>
            <a:srgbClr val="F26B43"/>
          </p15:clr>
        </p15:guide>
        <p15:guide id="15" pos="2094" userDrawn="1">
          <p15:clr>
            <a:srgbClr val="F26B43"/>
          </p15:clr>
        </p15:guide>
        <p15:guide id="16" pos="2444" userDrawn="1">
          <p15:clr>
            <a:srgbClr val="F26B43"/>
          </p15:clr>
        </p15:guide>
        <p15:guide id="17" pos="2794" userDrawn="1">
          <p15:clr>
            <a:srgbClr val="F26B43"/>
          </p15:clr>
        </p15:guide>
        <p15:guide id="18" pos="3144" userDrawn="1">
          <p15:clr>
            <a:srgbClr val="F26B43"/>
          </p15:clr>
        </p15:guide>
        <p15:guide id="19" orient="horz" pos="1747" userDrawn="1">
          <p15:clr>
            <a:srgbClr val="F26B43"/>
          </p15:clr>
        </p15:guide>
        <p15:guide id="20" orient="horz" pos="2096" userDrawn="1">
          <p15:clr>
            <a:srgbClr val="F26B43"/>
          </p15:clr>
        </p15:guide>
        <p15:guide id="21" orient="horz" pos="2445" userDrawn="1">
          <p15:clr>
            <a:srgbClr val="F26B43"/>
          </p15:clr>
        </p15:guide>
        <p15:guide id="22" orient="horz" pos="2794" userDrawn="1">
          <p15:clr>
            <a:srgbClr val="F26B43"/>
          </p15:clr>
        </p15:guide>
        <p15:guide id="23" orient="horz" pos="3143" userDrawn="1">
          <p15:clr>
            <a:srgbClr val="F26B43"/>
          </p15:clr>
        </p15:guide>
        <p15:guide id="24" orient="horz" pos="3492" userDrawn="1">
          <p15:clr>
            <a:srgbClr val="F26B43"/>
          </p15:clr>
        </p15:guide>
        <p15:guide id="25" orient="horz" pos="3841" userDrawn="1">
          <p15:clr>
            <a:srgbClr val="F26B43"/>
          </p15:clr>
        </p15:guide>
        <p15:guide id="26" orient="horz" pos="4190" userDrawn="1">
          <p15:clr>
            <a:srgbClr val="F26B43"/>
          </p15:clr>
        </p15:guide>
        <p15:guide id="27" pos="3493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4187" userDrawn="1">
          <p15:clr>
            <a:srgbClr val="F26B43"/>
          </p15:clr>
        </p15:guide>
        <p15:guide id="30" pos="4536" userDrawn="1">
          <p15:clr>
            <a:srgbClr val="F26B43"/>
          </p15:clr>
        </p15:guide>
        <p15:guide id="31" pos="6630" userDrawn="1">
          <p15:clr>
            <a:srgbClr val="F26B43"/>
          </p15:clr>
        </p15:guide>
        <p15:guide id="32" pos="6283" userDrawn="1">
          <p15:clr>
            <a:srgbClr val="F26B43"/>
          </p15:clr>
        </p15:guide>
        <p15:guide id="33" pos="5933" userDrawn="1">
          <p15:clr>
            <a:srgbClr val="F26B43"/>
          </p15:clr>
        </p15:guide>
        <p15:guide id="34" pos="5584" userDrawn="1">
          <p15:clr>
            <a:srgbClr val="F26B43"/>
          </p15:clr>
        </p15:guide>
        <p15:guide id="35" pos="5234" userDrawn="1">
          <p15:clr>
            <a:srgbClr val="F26B43"/>
          </p15:clr>
        </p15:guide>
        <p15:guide id="36" pos="4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46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78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7FFFF29F_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kingspangroup-my.sharepoint.com/personal/julio_benavides_kna_kingspan_net/Documents/10.%20SEGUIMIENTO%20PEDIDOS/PROYECCIONES%20DE%20VENTAS/Presentacion%20Junta/2026/10.%20Octubre/Kingspan_Commercial_Data_OCT.xlsx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slideLayout" Target="../slideLayouts/slideLayout52.xml"/><Relationship Id="rId6" Type="http://schemas.openxmlformats.org/officeDocument/2006/relationships/notesSlide" Target="../notesSlides/notesSlide13.xml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jpg"/><Relationship Id="rId10" Type="http://schemas.openxmlformats.org/officeDocument/2006/relationships/image" Target="../media/image42.png"/><Relationship Id="rId11" Type="http://schemas.openxmlformats.org/officeDocument/2006/relationships/image" Target="../media/image43.jpg"/><Relationship Id="rId12" Type="http://schemas.openxmlformats.org/officeDocument/2006/relationships/image" Target="../media/image44.png"/><Relationship Id="rId13" Type="http://schemas.openxmlformats.org/officeDocument/2006/relationships/image" Target="../media/image4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46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177EE-29AC-30B2-CBCC-CF06925A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513C9F0A-4222-C6EA-4878-45C2C1F66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408" y="5085184"/>
            <a:ext cx="2772000" cy="936104"/>
          </a:xfrm>
        </p:spPr>
        <p:txBody>
          <a:bodyPr/>
          <a:lstStyle/>
          <a:p>
            <a:r>
              <a:rPr lang="en-IE">
                <a:solidFill>
                  <a:prstClr val="white"/>
                </a:solidFill>
              </a:rPr>
              <a:t>Full Year Results</a:t>
            </a:r>
          </a:p>
          <a:p>
            <a:r>
              <a:rPr lang="en-IE" sz="2000"/>
              <a:t>February 2026</a:t>
            </a:r>
          </a:p>
          <a:p>
            <a:endParaRPr lang="en-IE">
              <a:solidFill>
                <a:prstClr val="white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F6FF53-C19A-9481-4472-BE5FDE8A7931}"/>
              </a:ext>
            </a:extLst>
          </p:cNvPr>
          <p:cNvSpPr/>
          <p:nvPr/>
        </p:nvSpPr>
        <p:spPr>
          <a:xfrm>
            <a:off x="0" y="1"/>
            <a:ext cx="4185501" cy="6858000"/>
          </a:xfrm>
          <a:prstGeom prst="rect">
            <a:avLst/>
          </a:prstGeom>
          <a:solidFill>
            <a:srgbClr val="0A19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A5346DD-DA52-8A9C-8F09-185BEC3E9020}"/>
              </a:ext>
            </a:extLst>
          </p:cNvPr>
          <p:cNvSpPr/>
          <p:nvPr/>
        </p:nvSpPr>
        <p:spPr>
          <a:xfrm>
            <a:off x="554037" y="2209800"/>
            <a:ext cx="9875838" cy="3952875"/>
          </a:xfrm>
          <a:custGeom>
            <a:avLst/>
            <a:gdLst>
              <a:gd name="csX0" fmla="*/ 0 w 9886950"/>
              <a:gd name="csY0" fmla="*/ 0 h 3952875"/>
              <a:gd name="csX1" fmla="*/ 0 w 9886950"/>
              <a:gd name="csY1" fmla="*/ 3952875 h 3952875"/>
              <a:gd name="csX2" fmla="*/ 9886950 w 9886950"/>
              <a:gd name="csY2" fmla="*/ 3952875 h 395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886950" h="3952875">
                <a:moveTo>
                  <a:pt x="0" y="0"/>
                </a:moveTo>
                <a:lnTo>
                  <a:pt x="0" y="3952875"/>
                </a:lnTo>
                <a:lnTo>
                  <a:pt x="9886950" y="3952875"/>
                </a:lnTo>
              </a:path>
            </a:pathLst>
          </a:custGeom>
          <a:ln w="12700">
            <a:solidFill>
              <a:srgbClr val="02F1B9"/>
            </a:solidFill>
            <a:prstDash val="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80C9C82A-A7A0-CD4C-B762-09C3898F271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8530" y="662782"/>
            <a:ext cx="2302669" cy="1111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671BDC-4DFB-E55D-5B8B-31FAD97C547D}"/>
              </a:ext>
            </a:extLst>
          </p:cNvPr>
          <p:cNvSpPr txBox="1"/>
          <p:nvPr/>
        </p:nvSpPr>
        <p:spPr>
          <a:xfrm>
            <a:off x="767408" y="5417553"/>
            <a:ext cx="3831772" cy="9653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IE" sz="1600">
                <a:solidFill>
                  <a:prstClr val="white"/>
                </a:solidFill>
              </a:rPr>
              <a:t>Kingspan  Middle Americas</a:t>
            </a:r>
            <a:endParaRPr kumimoji="0" lang="en-I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IE" sz="1400" err="1">
                <a:solidFill>
                  <a:prstClr val="white"/>
                </a:solidFill>
              </a:rPr>
              <a:t>October</a:t>
            </a:r>
            <a:r>
              <a:rPr lang="en-IE" sz="1400">
                <a:solidFill>
                  <a:prstClr val="white"/>
                </a:solidFill>
              </a:rPr>
              <a:t> 2026 · Board of Directors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B67E3E3-4527-137C-E0E2-D1EF7A440411}"/>
              </a:ext>
            </a:extLst>
          </p:cNvPr>
          <p:cNvSpPr txBox="1"/>
          <p:nvPr/>
        </p:nvSpPr>
        <p:spPr>
          <a:xfrm>
            <a:off x="767408" y="2310836"/>
            <a:ext cx="3831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E" sz="2400">
                <a:solidFill>
                  <a:prstClr val="white"/>
                </a:solidFill>
              </a:rPr>
              <a:t>Commercial </a:t>
            </a:r>
          </a:p>
          <a:p>
            <a:pPr>
              <a:defRPr/>
            </a:pPr>
            <a:r>
              <a:rPr lang="en-IE" sz="2400">
                <a:solidFill>
                  <a:prstClr val="white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78908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6424" y="804672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F8F2E7"/>
                </a:solidFill>
              </a:rPr>
              <a:t>COMMERCIAL OVERVIEW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69264" y="1276812"/>
            <a:ext cx="9601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000" b="0" i="0" dirty="0" err="1">
                <a:solidFill>
                  <a:srgbClr val="00EDB6"/>
                </a:solidFill>
              </a:rPr>
              <a:t>October 2026 · IMP volume (m²) · YoY vs October-25 · MoM vs Sep-26 · YTD Jan–Oct</a:t>
            </a:r>
            <a:r>
              <a:rPr lang="es-MX" sz="1000" b="0" i="0" dirty="0">
                <a:solidFill>
                  <a:srgbClr val="00EDB6"/>
                </a:solidFill>
              </a:rPr>
              <a:t/>
            </a:r>
            <a:r>
              <a:rPr sz="1000" b="0" i="0" dirty="0">
                <a:solidFill>
                  <a:srgbClr val="00EDB6"/>
                </a:solidFill>
              </a:rPr>
              <a:t/>
            </a:r>
            <a:r>
              <a:rPr lang="es-MX" sz="1000" b="0" i="0" dirty="0" err="1">
                <a:solidFill>
                  <a:srgbClr val="00EDB6"/>
                </a:solidFill>
              </a:rPr>
              <a:t/>
            </a:r>
            <a:r>
              <a:rPr sz="1000" b="0" i="0" dirty="0">
                <a:solidFill>
                  <a:srgbClr val="00EDB6"/>
                </a:solidFill>
              </a:rPr>
              <a:t/>
            </a:r>
            <a:r>
              <a:rPr lang="es-MX" sz="1000" dirty="0" err="1">
                <a:solidFill>
                  <a:srgbClr val="00EDB6"/>
                </a:solidFill>
              </a:rPr>
              <a:t/>
            </a:r>
            <a:endParaRPr sz="1000" b="0" i="0" dirty="0">
              <a:solidFill>
                <a:srgbClr val="00EDB6"/>
              </a:solidFill>
            </a:endParaRPr>
          </a:p>
        </p:txBody>
      </p:sp>
      <p:sp>
        <p:nvSpPr>
          <p:cNvPr id="6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2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2020" y="1645920"/>
            <a:ext cx="2613134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EDB6"/>
                </a:solidFill>
              </a:rPr>
              <a:t>SALES</a:t>
            </a:r>
          </a:p>
        </p:txBody>
      </p:sp>
      <p:sp>
        <p:nvSpPr>
          <p:cNvPr id="8" name="KPI Sept 2026"/>
          <p:cNvSpPr/>
          <p:nvPr/>
        </p:nvSpPr>
        <p:spPr>
          <a:xfrm>
            <a:off x="914400" y="1854076"/>
            <a:ext cx="1759510" cy="81597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5056" y="1920686"/>
            <a:ext cx="149819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750" b="1" i="0" dirty="0">
                <a:solidFill>
                  <a:srgbClr val="F8F2E7"/>
                </a:solidFill>
              </a:rPr>
              <a:t>OCTOBER </a:t>
            </a:r>
            <a:r>
              <a:rPr sz="750" b="1" i="0" dirty="0">
                <a:solidFill>
                  <a:srgbClr val="F8F2E7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056" y="2139898"/>
            <a:ext cx="1498197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 dirty="0">
                <a:solidFill>
                  <a:srgbClr val="FFFFFF"/>
                </a:solidFill>
              </a:rPr>
              <a:t>1</a:t>
            </a:r>
            <a:r>
              <a:rPr lang="es-MX" sz="1750" b="1" i="0" dirty="0">
                <a:solidFill>
                  <a:srgbClr val="FFFFFF"/>
                </a:solidFill>
              </a:rPr>
              <a:t>41,</a:t>
            </a:r>
            <a:r>
              <a:rPr lang="es-MX" sz="1750" b="1" dirty="0">
                <a:solidFill>
                  <a:srgbClr val="FFFFFF"/>
                </a:solidFill>
              </a:rPr>
              <a:t>2</a:t>
            </a:r>
            <a:r>
              <a:rPr sz="1750" b="1" i="0" dirty="0">
                <a:solidFill>
                  <a:srgbClr val="FFFFFF"/>
                </a:solidFill>
              </a:rPr>
              <a:t>k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056" y="2420260"/>
            <a:ext cx="149819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EDB6"/>
                </a:solidFill>
              </a:rPr>
              <a:t>▲ +</a:t>
            </a:r>
            <a:r>
              <a:rPr lang="es-MX" sz="850" b="1" dirty="0">
                <a:solidFill>
                  <a:srgbClr val="00EDB6"/>
                </a:solidFill>
              </a:rPr>
              <a:t>43</a:t>
            </a:r>
            <a:r>
              <a:rPr sz="850" b="1" i="0" dirty="0">
                <a:solidFill>
                  <a:srgbClr val="00EDB6"/>
                </a:solidFill>
              </a:rPr>
              <a:t>%</a:t>
            </a:r>
            <a:r>
              <a:rPr sz="750" b="0" i="0" dirty="0">
                <a:solidFill>
                  <a:srgbClr val="A9BCD0"/>
                </a:solidFill>
              </a:rPr>
              <a:t>  YoY</a:t>
            </a:r>
          </a:p>
        </p:txBody>
      </p:sp>
      <p:sp>
        <p:nvSpPr>
          <p:cNvPr id="12" name="KPI YTD 2026"/>
          <p:cNvSpPr/>
          <p:nvPr/>
        </p:nvSpPr>
        <p:spPr>
          <a:xfrm>
            <a:off x="2787146" y="1854076"/>
            <a:ext cx="1759510" cy="81597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17803" y="1920686"/>
            <a:ext cx="1498197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8F2E7"/>
                </a:solidFill>
              </a:rPr>
              <a:t>YTD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7803" y="2139898"/>
            <a:ext cx="1498197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 dirty="0">
                <a:solidFill>
                  <a:srgbClr val="FFFFFF"/>
                </a:solidFill>
              </a:rPr>
              <a:t>1.</a:t>
            </a:r>
            <a:r>
              <a:rPr lang="es-MX" sz="1750" b="1" i="0" dirty="0">
                <a:solidFill>
                  <a:srgbClr val="FFFFFF"/>
                </a:solidFill>
              </a:rPr>
              <a:t>199</a:t>
            </a:r>
            <a:r>
              <a:rPr sz="1750" b="1" i="0" dirty="0">
                <a:solidFill>
                  <a:srgbClr val="FFFFFF"/>
                </a:solidFill>
              </a:rPr>
              <a:t>,</a:t>
            </a:r>
            <a:r>
              <a:rPr lang="es-MX" sz="1750" b="1" i="0" dirty="0">
                <a:solidFill>
                  <a:srgbClr val="FFFFFF"/>
                </a:solidFill>
              </a:rPr>
              <a:t>5</a:t>
            </a:r>
            <a:r>
              <a:rPr sz="1750" b="1" i="0" dirty="0">
                <a:solidFill>
                  <a:srgbClr val="FFFFFF"/>
                </a:solidFill>
              </a:rPr>
              <a:t>k 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7803" y="2420260"/>
            <a:ext cx="149819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EDB6"/>
                </a:solidFill>
              </a:rPr>
              <a:t>▲ +1</a:t>
            </a:r>
            <a:r>
              <a:rPr lang="es-MX" sz="850" b="1" i="0" dirty="0">
                <a:solidFill>
                  <a:srgbClr val="00EDB6"/>
                </a:solidFill>
              </a:rPr>
              <a:t>8,</a:t>
            </a:r>
            <a:r>
              <a:rPr sz="850" b="1" i="0" dirty="0">
                <a:solidFill>
                  <a:srgbClr val="00EDB6"/>
                </a:solidFill>
              </a:rPr>
              <a:t>0%</a:t>
            </a:r>
            <a:r>
              <a:rPr sz="750" b="0" i="0" dirty="0">
                <a:solidFill>
                  <a:srgbClr val="A9BCD0"/>
                </a:solidFill>
              </a:rPr>
              <a:t>  YoY</a:t>
            </a:r>
          </a:p>
        </p:txBody>
      </p:sp>
      <p:sp>
        <p:nvSpPr>
          <p:cNvPr id="16" name="KPI MoM vs Aug"/>
          <p:cNvSpPr/>
          <p:nvPr/>
        </p:nvSpPr>
        <p:spPr>
          <a:xfrm>
            <a:off x="4659891" y="1854076"/>
            <a:ext cx="1759510" cy="81597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90549" y="1920686"/>
            <a:ext cx="149819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dirty="0">
                <a:solidFill>
                  <a:srgbClr val="F8F2E7"/>
                </a:solidFill>
              </a:rPr>
              <a:t>MOM VS SEP</a:t>
            </a:r>
            <a:r>
              <a:rPr lang="es-MX" sz="750" b="1" dirty="0">
                <a:solidFill>
                  <a:srgbClr val="F8F2E7"/>
                </a:solidFill>
              </a:rPr>
              <a:t/>
            </a:r>
            <a:endParaRPr sz="750" b="1" i="0" dirty="0">
              <a:solidFill>
                <a:srgbClr val="F8F2E7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90549" y="2139898"/>
            <a:ext cx="1498197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1750" b="1" dirty="0">
                <a:solidFill>
                  <a:schemeClr val="accent2"/>
                </a:solidFill>
              </a:rPr>
              <a:t>+12</a:t>
            </a:r>
            <a:r>
              <a:rPr sz="1750" b="1" i="0" dirty="0">
                <a:solidFill>
                  <a:schemeClr val="accent2"/>
                </a:solidFill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0549" y="2420260"/>
            <a:ext cx="149819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850" b="1" i="0">
              <a:solidFill>
                <a:srgbClr val="FF570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2769962"/>
            <a:ext cx="2613134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EDB6"/>
                </a:solidFill>
              </a:rPr>
              <a:t>ORDER INTAKE</a:t>
            </a:r>
          </a:p>
        </p:txBody>
      </p:sp>
      <p:sp>
        <p:nvSpPr>
          <p:cNvPr id="21" name="KPI Sept 2026"/>
          <p:cNvSpPr/>
          <p:nvPr/>
        </p:nvSpPr>
        <p:spPr>
          <a:xfrm>
            <a:off x="914400" y="2978119"/>
            <a:ext cx="1759510" cy="81597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5056" y="3044728"/>
            <a:ext cx="149819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750" b="1" i="0" dirty="0">
                <a:solidFill>
                  <a:srgbClr val="F8F2E7"/>
                </a:solidFill>
              </a:rPr>
              <a:t>OCTOBER </a:t>
            </a:r>
            <a:r>
              <a:rPr sz="750" b="1" i="0" dirty="0">
                <a:solidFill>
                  <a:srgbClr val="F8F2E7"/>
                </a:solidFill>
              </a:rPr>
              <a:t>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056" y="3263941"/>
            <a:ext cx="1498197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 dirty="0">
                <a:solidFill>
                  <a:srgbClr val="FFFFFF"/>
                </a:solidFill>
              </a:rPr>
              <a:t>1</a:t>
            </a:r>
            <a:r>
              <a:rPr lang="es-MX" sz="1750" b="1" i="0" dirty="0">
                <a:solidFill>
                  <a:srgbClr val="FFFFFF"/>
                </a:solidFill>
              </a:rPr>
              <a:t>60</a:t>
            </a:r>
            <a:r>
              <a:rPr sz="1750" b="1" i="0" dirty="0">
                <a:solidFill>
                  <a:srgbClr val="FFFFFF"/>
                </a:solidFill>
              </a:rPr>
              <a:t>,</a:t>
            </a:r>
            <a:r>
              <a:rPr lang="es-MX" sz="1750" b="1" dirty="0">
                <a:solidFill>
                  <a:srgbClr val="FFFFFF"/>
                </a:solidFill>
              </a:rPr>
              <a:t>5</a:t>
            </a:r>
            <a:r>
              <a:rPr lang="es-MX" sz="1750" b="1" i="0" dirty="0">
                <a:solidFill>
                  <a:srgbClr val="FFFFFF"/>
                </a:solidFill>
              </a:rPr>
              <a:t>4</a:t>
            </a:r>
            <a:r>
              <a:rPr sz="1750" b="1" i="0" dirty="0">
                <a:solidFill>
                  <a:srgbClr val="FFFFFF"/>
                </a:solidFill>
              </a:rPr>
              <a:t>k 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056" y="3544303"/>
            <a:ext cx="149819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EDB6"/>
                </a:solidFill>
              </a:rPr>
              <a:t>▲ +</a:t>
            </a:r>
            <a:r>
              <a:rPr lang="es-MX" sz="850" b="1" i="0" dirty="0">
                <a:solidFill>
                  <a:srgbClr val="00EDB6"/>
                </a:solidFill>
              </a:rPr>
              <a:t>21</a:t>
            </a:r>
            <a:r>
              <a:rPr sz="850" b="1" i="0" dirty="0">
                <a:solidFill>
                  <a:srgbClr val="00EDB6"/>
                </a:solidFill>
              </a:rPr>
              <a:t>,</a:t>
            </a:r>
            <a:r>
              <a:rPr lang="es-MX" sz="850" b="1" i="0" dirty="0">
                <a:solidFill>
                  <a:srgbClr val="00EDB6"/>
                </a:solidFill>
              </a:rPr>
              <a:t>0</a:t>
            </a:r>
            <a:r>
              <a:rPr sz="850" b="1" i="0" dirty="0">
                <a:solidFill>
                  <a:srgbClr val="00EDB6"/>
                </a:solidFill>
              </a:rPr>
              <a:t>%</a:t>
            </a:r>
            <a:r>
              <a:rPr sz="750" b="0" i="0" dirty="0">
                <a:solidFill>
                  <a:srgbClr val="A9BCD0"/>
                </a:solidFill>
              </a:rPr>
              <a:t>  YoY</a:t>
            </a:r>
          </a:p>
        </p:txBody>
      </p:sp>
      <p:sp>
        <p:nvSpPr>
          <p:cNvPr id="25" name="KPI YTD 2026"/>
          <p:cNvSpPr/>
          <p:nvPr/>
        </p:nvSpPr>
        <p:spPr>
          <a:xfrm>
            <a:off x="2787146" y="2978119"/>
            <a:ext cx="1759510" cy="81597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17803" y="3044728"/>
            <a:ext cx="1498197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8F2E7"/>
                </a:solidFill>
              </a:rPr>
              <a:t>YTD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7803" y="3263941"/>
            <a:ext cx="1498197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 dirty="0">
                <a:solidFill>
                  <a:srgbClr val="FFFFFF"/>
                </a:solidFill>
              </a:rPr>
              <a:t>1.</a:t>
            </a:r>
            <a:r>
              <a:rPr lang="es-MX" sz="1750" b="1" i="0" dirty="0">
                <a:solidFill>
                  <a:srgbClr val="FFFFFF"/>
                </a:solidFill>
              </a:rPr>
              <a:t>400</a:t>
            </a:r>
            <a:r>
              <a:rPr sz="1750" b="1" i="0" dirty="0">
                <a:solidFill>
                  <a:srgbClr val="FFFFFF"/>
                </a:solidFill>
              </a:rPr>
              <a:t>,</a:t>
            </a:r>
            <a:r>
              <a:rPr lang="es-MX" sz="1750" b="1" dirty="0">
                <a:solidFill>
                  <a:srgbClr val="FFFFFF"/>
                </a:solidFill>
              </a:rPr>
              <a:t>9</a:t>
            </a:r>
            <a:r>
              <a:rPr sz="1750" b="1" i="0" dirty="0">
                <a:solidFill>
                  <a:srgbClr val="FFFFFF"/>
                </a:solidFill>
              </a:rPr>
              <a:t>k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7803" y="3544303"/>
            <a:ext cx="1498197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EDB6"/>
                </a:solidFill>
              </a:rPr>
              <a:t>▲ +25,</a:t>
            </a:r>
            <a:r>
              <a:rPr lang="es-MX" sz="850" b="1" i="0" dirty="0">
                <a:solidFill>
                  <a:srgbClr val="00EDB6"/>
                </a:solidFill>
              </a:rPr>
              <a:t>0</a:t>
            </a:r>
          </a:p>
          <a:p>
            <a:pPr algn="l"/>
            <a:r>
              <a:rPr sz="850" b="1" i="0" dirty="0">
                <a:solidFill>
                  <a:srgbClr val="00EDB6"/>
                </a:solidFill>
              </a:rPr>
              <a:t>%</a:t>
            </a:r>
            <a:r>
              <a:rPr sz="750" b="0" i="0" dirty="0">
                <a:solidFill>
                  <a:srgbClr val="A9BCD0"/>
                </a:solidFill>
              </a:rPr>
              <a:t>  YoY</a:t>
            </a:r>
          </a:p>
        </p:txBody>
      </p:sp>
      <p:sp>
        <p:nvSpPr>
          <p:cNvPr id="29" name="KPI MoM vs Aug"/>
          <p:cNvSpPr/>
          <p:nvPr/>
        </p:nvSpPr>
        <p:spPr>
          <a:xfrm>
            <a:off x="4659891" y="2978119"/>
            <a:ext cx="1759510" cy="81597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90549" y="3044728"/>
            <a:ext cx="149819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dirty="0">
                <a:solidFill>
                  <a:srgbClr val="F8F2E7"/>
                </a:solidFill>
              </a:rPr>
              <a:t>MOM VS SEP</a:t>
            </a:r>
            <a:r>
              <a:rPr lang="es-MX" sz="750" b="1" i="0" dirty="0">
                <a:solidFill>
                  <a:srgbClr val="F8F2E7"/>
                </a:solidFill>
              </a:rPr>
              <a:t/>
            </a:r>
            <a:endParaRPr sz="750" b="1" i="0" dirty="0">
              <a:solidFill>
                <a:srgbClr val="F8F2E7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90549" y="3263941"/>
            <a:ext cx="1498197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1750" b="1" i="0" dirty="0">
                <a:solidFill>
                  <a:schemeClr val="accent2"/>
                </a:solidFill>
              </a:rPr>
              <a:t>+</a:t>
            </a:r>
            <a:r>
              <a:rPr lang="es-MX" sz="1750" b="1" dirty="0">
                <a:solidFill>
                  <a:schemeClr val="accent2"/>
                </a:solidFill>
              </a:rPr>
              <a:t>10</a:t>
            </a:r>
            <a:r>
              <a:rPr sz="1750" b="1" i="0" dirty="0">
                <a:solidFill>
                  <a:schemeClr val="accent2"/>
                </a:solidFill>
              </a:rPr>
              <a:t>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6997" y="3527577"/>
            <a:ext cx="149819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chemeClr val="accent2"/>
                </a:solidFill>
              </a:rPr>
              <a:t>▼ vs 1</a:t>
            </a:r>
            <a:r>
              <a:rPr lang="es-MX" sz="850" b="1" dirty="0">
                <a:solidFill>
                  <a:schemeClr val="accent2"/>
                </a:solidFill>
              </a:rPr>
              <a:t>46</a:t>
            </a:r>
            <a:r>
              <a:rPr lang="es-MX" sz="850" b="1" i="0" dirty="0">
                <a:solidFill>
                  <a:schemeClr val="accent2"/>
                </a:solidFill>
              </a:rPr>
              <a:t>,4</a:t>
            </a:r>
            <a:r>
              <a:rPr sz="850" b="1" i="0" dirty="0">
                <a:solidFill>
                  <a:schemeClr val="accent2"/>
                </a:solidFill>
              </a:rPr>
              <a:t>k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894005"/>
            <a:ext cx="3484179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EDB6"/>
                </a:solidFill>
              </a:rPr>
              <a:t>TOP ORDERS OF THE MONTH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665178"/>
              </p:ext>
            </p:extLst>
          </p:nvPr>
        </p:nvGraphicFramePr>
        <p:xfrm>
          <a:off x="914400" y="4102161"/>
          <a:ext cx="5505001" cy="92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8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Client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Project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USD (mm)*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808">
                <a:tc>
                  <a:txBody>
                    <a:bodyPr/>
                    <a:lstStyle/>
                    <a:p>
                      <a:pPr algn="l"/>
                      <a:r>
                        <a:rPr lang="es-MX" sz="750" b="1" dirty="0">
                          <a:solidFill>
                            <a:srgbClr val="FFFFFF"/>
                          </a:solidFill>
                        </a:rPr>
                        <a:t>Haceb</a:t>
                      </a:r>
                      <a:endParaRPr sz="75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Recambio de cubiertas planta hacer 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 dirty="0">
                          <a:solidFill>
                            <a:srgbClr val="FFFFFF"/>
                          </a:solidFill>
                        </a:rPr>
                        <a:t> Industrial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FFFFFF"/>
                          </a:solidFill>
                        </a:rPr>
                        <a:t>$</a:t>
                      </a:r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675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808">
                <a:tc>
                  <a:txBody>
                    <a:bodyPr/>
                    <a:lstStyle/>
                    <a:p>
                      <a:pPr algn="l"/>
                      <a:r>
                        <a:rPr lang="es-MX" sz="750" b="1" dirty="0" err="1">
                          <a:solidFill>
                            <a:srgbClr val="FFFFFF"/>
                          </a:solidFill>
                        </a:rPr>
                        <a:t>Minutocorp</a:t>
                      </a:r>
                      <a:r>
                        <a:rPr lang="es-MX" sz="750" b="1" dirty="0">
                          <a:solidFill>
                            <a:srgbClr val="FFFFFF"/>
                          </a:solidFill>
                        </a:rPr>
                        <a:t> S.A</a:t>
                      </a:r>
                      <a:endParaRPr sz="75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Hiper la Joya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 dirty="0">
                          <a:solidFill>
                            <a:srgbClr val="FFFFFF"/>
                          </a:solidFill>
                        </a:rPr>
                        <a:t>Industrial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FFFFFF"/>
                          </a:solidFill>
                        </a:rPr>
                        <a:t>$ </a:t>
                      </a:r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491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808">
                <a:tc>
                  <a:txBody>
                    <a:bodyPr/>
                    <a:lstStyle/>
                    <a:p>
                      <a:pPr algn="l"/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r>
                        <a:rPr lang="es-MX" sz="750" b="1" dirty="0" err="1">
                          <a:solidFill>
                            <a:srgbClr val="FFFFFF"/>
                          </a:solidFill>
                        </a:rPr>
                        <a:t>ubic</a:t>
                      </a:r>
                      <a:r>
                        <a:rPr lang="es-MX" sz="750" b="1" dirty="0">
                          <a:solidFill>
                            <a:srgbClr val="FFFFFF"/>
                          </a:solidFill>
                        </a:rPr>
                        <a:t> 33 </a:t>
                      </a:r>
                      <a:endParaRPr sz="75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PE002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FFFFFF"/>
                          </a:solidFill>
                        </a:rPr>
                        <a:t>Industrial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FFFFFF"/>
                          </a:solidFill>
                        </a:rPr>
                        <a:t>$ </a:t>
                      </a:r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303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Chart 34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171307"/>
              </p:ext>
            </p:extLst>
          </p:nvPr>
        </p:nvGraphicFramePr>
        <p:xfrm>
          <a:off x="6576191" y="1645920"/>
          <a:ext cx="2177612" cy="1706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 35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458867"/>
              </p:ext>
            </p:extLst>
          </p:nvPr>
        </p:nvGraphicFramePr>
        <p:xfrm>
          <a:off x="8840907" y="1645920"/>
          <a:ext cx="2177612" cy="1706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8" name="Insight"/>
          <p:cNvSpPr/>
          <p:nvPr/>
        </p:nvSpPr>
        <p:spPr>
          <a:xfrm>
            <a:off x="922020" y="5142942"/>
            <a:ext cx="10104120" cy="516227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1188" y="5142942"/>
            <a:ext cx="1132358" cy="516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7176" y="5314297"/>
            <a:ext cx="871044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FFFFFF"/>
                </a:solidFill>
              </a:rPr>
              <a:t>Order intake </a:t>
            </a:r>
            <a:r>
              <a:rPr lang="es-MX" sz="950" b="1" i="0" dirty="0">
                <a:solidFill>
                  <a:srgbClr val="FFFFFF"/>
                </a:solidFill>
              </a:rPr>
              <a:t>25</a:t>
            </a:r>
            <a:r>
              <a:rPr lang="es-MX" sz="950" b="1" dirty="0">
                <a:solidFill>
                  <a:srgbClr val="FFFFFF"/>
                </a:solidFill>
              </a:rPr>
              <a:t>% </a:t>
            </a:r>
            <a:r>
              <a:rPr lang="es-MX" sz="950" b="1" dirty="0" err="1">
                <a:solidFill>
                  <a:srgbClr val="FFFFFF"/>
                </a:solidFill>
              </a:rPr>
              <a:t>over</a:t>
            </a:r>
            <a:r>
              <a:rPr lang="es-MX" sz="950" b="1" dirty="0">
                <a:solidFill>
                  <a:srgbClr val="FFFFFF"/>
                </a:solidFill>
              </a:rPr>
              <a:t> sales YTD; </a:t>
            </a:r>
            <a:r>
              <a:rPr lang="es-MX" sz="950" b="1" dirty="0" err="1">
                <a:solidFill>
                  <a:srgbClr val="FFFFFF"/>
                </a:solidFill>
              </a:rPr>
              <a:t>order</a:t>
            </a:r>
            <a:r>
              <a:rPr lang="es-MX" sz="950" b="1" dirty="0">
                <a:solidFill>
                  <a:srgbClr val="FFFFFF"/>
                </a:solidFill>
              </a:rPr>
              <a:t> </a:t>
            </a:r>
            <a:r>
              <a:rPr lang="es-MX" sz="950" b="1" dirty="0" err="1">
                <a:solidFill>
                  <a:srgbClr val="FFFFFF"/>
                </a:solidFill>
              </a:rPr>
              <a:t>Intake</a:t>
            </a:r>
            <a:r>
              <a:rPr lang="es-MX" sz="950" b="1" dirty="0">
                <a:solidFill>
                  <a:srgbClr val="FFFFFF"/>
                </a:solidFill>
              </a:rPr>
              <a:t> YoY 2026  Vs 2025, 18%.  </a:t>
            </a:r>
            <a:endParaRPr sz="950" b="1" i="0" dirty="0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400" y="5684148"/>
            <a:ext cx="5226268" cy="166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A9BCD0"/>
                </a:solidFill>
              </a:rPr>
              <a:t>* Unit as reported in source deck – to be validated. OI by region: Data Engine › 19_OI_Regiones (estimated split of Other Geographies until ERP data is loaded).</a:t>
            </a:r>
          </a:p>
        </p:txBody>
      </p:sp>
      <p:graphicFrame>
        <p:nvGraphicFramePr>
          <p:cNvPr id="42" name="AUTO_oi_regiones"/>
          <p:cNvGraphicFramePr>
            <a:graphicFrameLocks noGrp="1"/>
          </p:cNvGraphicFramePr>
          <p:nvPr/>
        </p:nvGraphicFramePr>
        <p:xfrm>
          <a:off x="6574536" y="3401568"/>
          <a:ext cx="4453128" cy="168249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F8F2E7"/>
                </a:solidFill>
              </a:rPr>
              <a:t>ORDER INTAKE – OCTOBER 2026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4183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EDB6"/>
                </a:solidFill>
              </a:rPr>
              <a:t>IMP · Current month (CM) vs prior year (PY) and YTD · Revenue in COP MM · bar labels = OI volume (k m²)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3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" name="KPI OI Sept 2026"/>
          <p:cNvSpPr/>
          <p:nvPr/>
        </p:nvSpPr>
        <p:spPr>
          <a:xfrm>
            <a:off x="77724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16714"/>
            <a:ext cx="227457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850" b="1" dirty="0">
                <a:solidFill>
                  <a:srgbClr val="F8F2E7"/>
                </a:solidFill>
              </a:rPr>
              <a:t>OI YTD 2026</a:t>
            </a:r>
          </a:p>
        </p:txBody>
      </p:sp>
      <p:sp>
        <p:nvSpPr>
          <p:cNvPr id="10" name="KPI OI YTD 2026"/>
          <p:cNvSpPr/>
          <p:nvPr/>
        </p:nvSpPr>
        <p:spPr>
          <a:xfrm>
            <a:off x="346329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0450" y="1516714"/>
            <a:ext cx="227457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F8F2E7"/>
                </a:solidFill>
              </a:rPr>
              <a:t>OI YTD 202</a:t>
            </a:r>
            <a:r>
              <a:rPr lang="es-MX" sz="850" b="1" i="0" dirty="0">
                <a:solidFill>
                  <a:srgbClr val="F8F2E7"/>
                </a:solidFill>
              </a:rPr>
              <a:t>5</a:t>
            </a:r>
            <a:endParaRPr sz="850" b="1" i="0" dirty="0">
              <a:solidFill>
                <a:srgbClr val="F8F2E7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0045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1.</a:t>
            </a:r>
            <a:r>
              <a:rPr lang="es-MX" sz="2150" b="1" dirty="0">
                <a:solidFill>
                  <a:srgbClr val="FFFFFF"/>
                </a:solidFill>
              </a:rPr>
              <a:t>120,8</a:t>
            </a:r>
            <a:r>
              <a:rPr sz="2150" b="1" i="0" dirty="0">
                <a:solidFill>
                  <a:srgbClr val="FFFFFF"/>
                </a:solidFill>
              </a:rPr>
              <a:t> m²</a:t>
            </a:r>
          </a:p>
        </p:txBody>
      </p:sp>
      <p:sp>
        <p:nvSpPr>
          <p:cNvPr id="14" name="KPI Revenue Sept (COP MM)"/>
          <p:cNvSpPr/>
          <p:nvPr/>
        </p:nvSpPr>
        <p:spPr>
          <a:xfrm>
            <a:off x="614934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516714"/>
            <a:ext cx="227457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8F2E7"/>
                </a:solidFill>
              </a:rPr>
              <a:t>REVENUE OCT IMP (COP MM)</a:t>
            </a:r>
            <a:r>
              <a:rPr lang="en-US" sz="850" b="1">
                <a:solidFill>
                  <a:srgbClr val="F8F2E7"/>
                </a:solidFill>
              </a:rPr>
              <a:t/>
            </a:r>
            <a:r>
              <a:rPr sz="850" b="1" i="0">
                <a:solidFill>
                  <a:srgbClr val="F8F2E7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$ 1</a:t>
            </a:r>
            <a:r>
              <a:rPr lang="es-MX" sz="2150" b="1" i="0" dirty="0">
                <a:solidFill>
                  <a:srgbClr val="FFFFFF"/>
                </a:solidFill>
              </a:rPr>
              <a:t>4</a:t>
            </a:r>
            <a:r>
              <a:rPr lang="es-MX" sz="2150" b="1" dirty="0">
                <a:solidFill>
                  <a:srgbClr val="FFFFFF"/>
                </a:solidFill>
              </a:rPr>
              <a:t>.</a:t>
            </a:r>
            <a:r>
              <a:rPr sz="2150" b="1" i="0" dirty="0">
                <a:solidFill>
                  <a:srgbClr val="FFFFFF"/>
                </a:solidFill>
              </a:rPr>
              <a:t>4</a:t>
            </a:r>
            <a:r>
              <a:rPr lang="es-MX" sz="2150" b="1" i="0" dirty="0">
                <a:solidFill>
                  <a:srgbClr val="FFFFFF"/>
                </a:solidFill>
              </a:rPr>
              <a:t>84</a:t>
            </a:r>
            <a:endParaRPr sz="2150" b="1" i="0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86500" y="2056433"/>
            <a:ext cx="227457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00EDB6"/>
                </a:solidFill>
              </a:rPr>
              <a:t>▲ +</a:t>
            </a:r>
            <a:r>
              <a:rPr lang="es-MX" sz="950" b="1" dirty="0">
                <a:solidFill>
                  <a:srgbClr val="00EDB6"/>
                </a:solidFill>
              </a:rPr>
              <a:t>14</a:t>
            </a:r>
            <a:r>
              <a:rPr sz="950" b="1" i="0" dirty="0">
                <a:solidFill>
                  <a:srgbClr val="00EDB6"/>
                </a:solidFill>
              </a:rPr>
              <a:t>%</a:t>
            </a:r>
            <a:r>
              <a:rPr sz="850" b="0" i="0" dirty="0">
                <a:solidFill>
                  <a:srgbClr val="A9BCD0"/>
                </a:solidFill>
              </a:rPr>
              <a:t>  YTD $ 1</a:t>
            </a:r>
            <a:r>
              <a:rPr lang="es-MX" sz="850" b="0" i="0" dirty="0">
                <a:solidFill>
                  <a:srgbClr val="A9BCD0"/>
                </a:solidFill>
              </a:rPr>
              <a:t>44.66 VS 108.228</a:t>
            </a:r>
            <a:endParaRPr sz="850" b="0" i="0" dirty="0">
              <a:solidFill>
                <a:srgbClr val="A9BCD0"/>
              </a:solidFill>
            </a:endParaRPr>
          </a:p>
        </p:txBody>
      </p:sp>
      <p:sp>
        <p:nvSpPr>
          <p:cNvPr id="18" name="KPI Gross margin Sept (STD)"/>
          <p:cNvSpPr/>
          <p:nvPr/>
        </p:nvSpPr>
        <p:spPr>
          <a:xfrm>
            <a:off x="883539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7255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GROSS MARGIN OCT (STD)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55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27,</a:t>
            </a:r>
            <a:r>
              <a:rPr lang="es-MX" sz="2150" b="1" i="0" dirty="0">
                <a:solidFill>
                  <a:srgbClr val="FFFFFF"/>
                </a:solidFill>
              </a:rPr>
              <a:t>1</a:t>
            </a:r>
            <a:r>
              <a:rPr sz="2150" b="1" i="0" dirty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2550" y="2056433"/>
            <a:ext cx="2274570" cy="21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EDB6"/>
                </a:solidFill>
              </a:rPr>
              <a:t>▲ +3,0 pp</a:t>
            </a:r>
            <a:r>
              <a:rPr sz="850" b="0" i="0">
                <a:solidFill>
                  <a:srgbClr val="A9BCD0"/>
                </a:solidFill>
              </a:rPr>
              <a:t>  YTD 25% vs 24%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573078"/>
              </p:ext>
            </p:extLst>
          </p:nvPr>
        </p:nvGraphicFramePr>
        <p:xfrm>
          <a:off x="965835" y="5005495"/>
          <a:ext cx="5463540" cy="9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274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Product / metric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50" b="1" dirty="0" err="1">
                          <a:solidFill>
                            <a:srgbClr val="FFFFFF"/>
                          </a:solidFill>
                        </a:rPr>
                        <a:t>Oct-26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50" b="1" dirty="0" err="1">
                          <a:solidFill>
                            <a:srgbClr val="FFFFFF"/>
                          </a:solidFill>
                        </a:rPr>
                        <a:t>Oct-25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YoY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YTD-26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YTD-25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YoY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744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FFFFFF"/>
                          </a:solidFill>
                        </a:rPr>
                        <a:t>Kingcore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</a:rPr>
                        <a:t> – Volume (m²)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20.793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1</a:t>
                      </a:r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0.126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chemeClr val="accent2"/>
                          </a:solidFill>
                        </a:rPr>
                        <a:t>+105,34</a:t>
                      </a:r>
                      <a:r>
                        <a:rPr sz="850" b="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2</a:t>
                      </a:r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29.903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88.736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00EDB6"/>
                          </a:solidFill>
                        </a:rPr>
                        <a:t>+1</a:t>
                      </a:r>
                      <a:r>
                        <a:rPr lang="es-MX" sz="850" b="0" dirty="0">
                          <a:solidFill>
                            <a:srgbClr val="00EDB6"/>
                          </a:solidFill>
                        </a:rPr>
                        <a:t>59,09</a:t>
                      </a:r>
                      <a:r>
                        <a:rPr sz="850" b="0" dirty="0">
                          <a:solidFill>
                            <a:srgbClr val="00EDB6"/>
                          </a:solidFill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Single Skin – Volume (m²)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16.271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13.384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chemeClr val="accent2"/>
                          </a:solidFill>
                        </a:rPr>
                        <a:t>+21,57%</a:t>
                      </a:r>
                      <a:endParaRPr sz="850" b="0" dirty="0">
                        <a:solidFill>
                          <a:schemeClr val="accent2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122.613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52.300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00EDB6"/>
                          </a:solidFill>
                        </a:rPr>
                        <a:t>+1</a:t>
                      </a:r>
                      <a:r>
                        <a:rPr lang="es-MX" sz="850" b="0" dirty="0">
                          <a:solidFill>
                            <a:srgbClr val="00EDB6"/>
                          </a:solidFill>
                        </a:rPr>
                        <a:t>34,44</a:t>
                      </a:r>
                      <a:r>
                        <a:rPr sz="850" b="0" dirty="0">
                          <a:solidFill>
                            <a:srgbClr val="00EDB6"/>
                          </a:solidFill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675"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FFFFFF"/>
                          </a:solidFill>
                        </a:rPr>
                        <a:t>Benchmark – Volume (m²)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3.402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175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chemeClr val="accent2"/>
                          </a:solidFill>
                        </a:rPr>
                        <a:t>+1.844,00%</a:t>
                      </a:r>
                      <a:endParaRPr sz="850" b="0" dirty="0">
                        <a:solidFill>
                          <a:schemeClr val="accent2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5.817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563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00EDB6"/>
                          </a:solidFill>
                        </a:rPr>
                        <a:t>+933,21%</a:t>
                      </a:r>
                      <a:endParaRPr sz="850" b="0" dirty="0">
                        <a:solidFill>
                          <a:srgbClr val="00EDB6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" name="Chart 22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255020"/>
              </p:ext>
            </p:extLst>
          </p:nvPr>
        </p:nvGraphicFramePr>
        <p:xfrm>
          <a:off x="827532" y="2449554"/>
          <a:ext cx="10344150" cy="2470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Insight"/>
          <p:cNvSpPr/>
          <p:nvPr/>
        </p:nvSpPr>
        <p:spPr>
          <a:xfrm>
            <a:off x="100584" y="6067081"/>
            <a:ext cx="10607040" cy="557709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5656" y="6101041"/>
            <a:ext cx="1188720" cy="5577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7864" y="6309360"/>
            <a:ext cx="91440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1050" dirty="0" err="1">
                <a:solidFill>
                  <a:srgbClr val="FFFFFF"/>
                </a:solidFill>
              </a:rPr>
              <a:t>Margin</a:t>
            </a:r>
            <a:r>
              <a:rPr lang="es-MX" sz="1050" dirty="0">
                <a:solidFill>
                  <a:srgbClr val="FFFFFF"/>
                </a:solidFill>
              </a:rPr>
              <a:t> OI  </a:t>
            </a:r>
            <a:r>
              <a:rPr lang="es-MX" sz="1050" dirty="0" err="1">
                <a:solidFill>
                  <a:srgbClr val="FFFFFF"/>
                </a:solidFill>
              </a:rPr>
              <a:t>increased</a:t>
            </a:r>
            <a:r>
              <a:rPr lang="es-MX" sz="1050" dirty="0">
                <a:solidFill>
                  <a:srgbClr val="FFFFFF"/>
                </a:solidFill>
              </a:rPr>
              <a:t> 3pp vs </a:t>
            </a:r>
            <a:r>
              <a:rPr lang="es-MX" sz="1050" dirty="0" err="1">
                <a:solidFill>
                  <a:srgbClr val="FFFFFF"/>
                </a:solidFill>
              </a:rPr>
              <a:t>October</a:t>
            </a:r>
            <a:r>
              <a:rPr lang="es-MX" sz="1050" dirty="0">
                <a:solidFill>
                  <a:srgbClr val="FFFFFF"/>
                </a:solidFill>
              </a:rPr>
              <a:t> 2025. 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4824D2E2-A715-1673-6A98-E5256ACCA236}"/>
              </a:ext>
            </a:extLst>
          </p:cNvPr>
          <p:cNvSpPr txBox="1"/>
          <p:nvPr/>
        </p:nvSpPr>
        <p:spPr>
          <a:xfrm>
            <a:off x="941832" y="1703539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1.</a:t>
            </a:r>
            <a:r>
              <a:rPr lang="es-MX" sz="2150" b="1" i="0" dirty="0">
                <a:solidFill>
                  <a:srgbClr val="FFFFFF"/>
                </a:solidFill>
              </a:rPr>
              <a:t>400,08</a:t>
            </a:r>
            <a:r>
              <a:rPr sz="2150" b="1" i="0" dirty="0">
                <a:solidFill>
                  <a:srgbClr val="FFFFFF"/>
                </a:solidFill>
              </a:rPr>
              <a:t> m²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A4036789-C3F0-FC61-3B1A-3C4BA03122B7}"/>
              </a:ext>
            </a:extLst>
          </p:cNvPr>
          <p:cNvSpPr txBox="1"/>
          <p:nvPr/>
        </p:nvSpPr>
        <p:spPr>
          <a:xfrm>
            <a:off x="965835" y="2083254"/>
            <a:ext cx="227457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00EDB6"/>
                </a:solidFill>
              </a:rPr>
              <a:t>▲ +25%</a:t>
            </a:r>
            <a:r>
              <a:rPr sz="850" b="0" i="0" dirty="0">
                <a:solidFill>
                  <a:srgbClr val="A9BCD0"/>
                </a:solidFill>
              </a:rPr>
              <a:t>  vs</a:t>
            </a:r>
            <a:r>
              <a:rPr lang="es-MX" sz="850" b="0" i="0" dirty="0">
                <a:solidFill>
                  <a:srgbClr val="A9BCD0"/>
                </a:solidFill>
              </a:rPr>
              <a:t>1.120.88</a:t>
            </a:r>
          </a:p>
          <a:p>
            <a:pPr algn="l"/>
            <a:endParaRPr sz="850" b="0" i="0" dirty="0">
              <a:solidFill>
                <a:srgbClr val="A9BCD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061530"/>
                </a:solidFill>
              </a:rPr>
              <a:t>ORDER INTAKE BY CHANNEL – IMP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4183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4990"/>
                </a:solidFill>
              </a:rPr>
              <a:t>Oct-26 CM vs PY, YoY and gross margin by channel and segment · YTD volume, sales and Board budget compliance (m²)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4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" name="AUTO_lbl_ch"/>
          <p:cNvSpPr txBox="1"/>
          <p:nvPr/>
        </p:nvSpPr>
        <p:spPr>
          <a:xfrm>
            <a:off x="758952" y="14173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4990"/>
                </a:solidFill>
              </a:rPr>
              <a:t>BY CHANNEL</a:t>
            </a:r>
          </a:p>
        </p:txBody>
      </p:sp>
      <p:graphicFrame>
        <p:nvGraphicFramePr>
          <p:cNvPr id="7" name="AUTO_tbl_channels"/>
          <p:cNvGraphicFramePr>
            <a:graphicFrameLocks noGrp="1"/>
          </p:cNvGraphicFramePr>
          <p:nvPr/>
        </p:nvGraphicFramePr>
        <p:xfrm>
          <a:off x="758952" y="1618488"/>
          <a:ext cx="1060704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777240"/>
                <a:gridCol w="777240"/>
                <a:gridCol w="685800"/>
                <a:gridCol w="685800"/>
                <a:gridCol w="685800"/>
                <a:gridCol w="685800"/>
                <a:gridCol w="1005840"/>
                <a:gridCol w="777240"/>
                <a:gridCol w="1005840"/>
                <a:gridCol w="100584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YoY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 GM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Mix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246"/>
                          </a:solidFill>
                        </a:rPr>
                        <a:t>Budget YTD</a:t>
                      </a:r>
                    </a:p>
                  </a:txBody>
                  <a:tcPr marL="45720" marR="45720" marT="9144" marB="9144" anchor="ctr">
                    <a:solidFill>
                      <a:srgbClr val="00ED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246"/>
                          </a:solidFill>
                        </a:rPr>
                        <a:t>% Budget</a:t>
                      </a:r>
                    </a:p>
                  </a:txBody>
                  <a:tcPr marL="45720" marR="45720" marT="9144" marB="9144" anchor="ctr">
                    <a:solidFill>
                      <a:srgbClr val="00EDB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Industrial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99.466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56.348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+76,5%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26,7%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23,6%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+3,2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866.197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62%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677.298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710.343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B81C"/>
                          </a:solidFill>
                        </a:rPr>
                        <a:t>95%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Distribution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55.432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73.769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−24,9%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26,7%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22,3%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+4,4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475.480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452.776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397.695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114%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Alternative Sales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5.649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2.669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+111,7%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41,5%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37,0%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+4,5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58.411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69.430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41.822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166%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160.547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132.786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+20,9%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27,3%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23,2%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+4,1 pp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1.400.088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1.199.504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1.149.860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104%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  <p:sp>
        <p:nvSpPr>
          <p:cNvPr id="8" name="AUTO_lbl_seg"/>
          <p:cNvSpPr txBox="1"/>
          <p:nvPr/>
        </p:nvSpPr>
        <p:spPr>
          <a:xfrm>
            <a:off x="758952" y="30449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4990"/>
                </a:solidFill>
              </a:rPr>
              <a:t>BY SEGMENT</a:t>
            </a:r>
          </a:p>
        </p:txBody>
      </p:sp>
      <p:graphicFrame>
        <p:nvGraphicFramePr>
          <p:cNvPr id="9" name="AUTO_tbl_segments"/>
          <p:cNvGraphicFramePr>
            <a:graphicFrameLocks noGrp="1"/>
          </p:cNvGraphicFramePr>
          <p:nvPr/>
        </p:nvGraphicFramePr>
        <p:xfrm>
          <a:off x="758952" y="3246120"/>
          <a:ext cx="10607040" cy="1024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777240"/>
                <a:gridCol w="777240"/>
                <a:gridCol w="685800"/>
                <a:gridCol w="685800"/>
                <a:gridCol w="685800"/>
                <a:gridCol w="685800"/>
                <a:gridCol w="1005840"/>
                <a:gridCol w="777240"/>
                <a:gridCol w="1005840"/>
                <a:gridCol w="100584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YoY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 GM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Mix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246"/>
                          </a:solidFill>
                        </a:rPr>
                        <a:t>Budget YTD</a:t>
                      </a:r>
                    </a:p>
                  </a:txBody>
                  <a:tcPr marL="45720" marR="45720" marT="9144" marB="9144" anchor="ctr">
                    <a:solidFill>
                      <a:srgbClr val="00ED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246"/>
                          </a:solidFill>
                        </a:rPr>
                        <a:t>% Budget</a:t>
                      </a:r>
                    </a:p>
                  </a:txBody>
                  <a:tcPr marL="45720" marR="45720" marT="9144" marB="9144" anchor="ctr">
                    <a:solidFill>
                      <a:srgbClr val="00EDB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Construction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112.383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92.950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+20,9%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980.062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839.653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804.902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104%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Refrigeration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48.164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39.836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+20,9%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420.026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359.851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344.958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104%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160.547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132.786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+20,9%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27,3%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23,2%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+4,1 pp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1.400.088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1.199.504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1.149.860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104%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  <p:sp>
        <p:nvSpPr>
          <p:cNvPr id="10" name="AUTO_ins_box"/>
          <p:cNvSpPr/>
          <p:nvPr/>
        </p:nvSpPr>
        <p:spPr>
          <a:xfrm>
            <a:off x="758952" y="4434840"/>
            <a:ext cx="10607040" cy="1097280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_ins_lbl"/>
          <p:cNvSpPr txBox="1"/>
          <p:nvPr/>
        </p:nvSpPr>
        <p:spPr>
          <a:xfrm>
            <a:off x="914400" y="452627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EDB6"/>
                </a:solidFill>
              </a:rPr>
              <a:t>KEY INSIGHTS</a:t>
            </a:r>
          </a:p>
        </p:txBody>
      </p:sp>
      <p:sp>
        <p:nvSpPr>
          <p:cNvPr id="12" name="AUTO_ins_txt"/>
          <p:cNvSpPr txBox="1"/>
          <p:nvPr/>
        </p:nvSpPr>
        <p:spPr>
          <a:xfrm>
            <a:off x="914400" y="4745736"/>
            <a:ext cx="102961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</a:rPr>
              <a:t>OI October 160.547 m² (+20,9% vs Oct-25); YTD 1.400.088 m² (+24,9% YoY).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</a:rPr>
              <a:t>YTD mix: Industrial 62% · Distribution 34% · Alternative Sales 4%; Construction 70% · Refrigeration 30%.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</a:rPr>
              <a:t>Weighted OI margin 27,3% vs 23,2% PY (+4,1 pp); Alternative Sales leads at 41,5%.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Sales YTD at 104% of the Board budget (1.199.504 vs 1.149.860 m²): Industrial 95% · Distribution 114% · Alternative Sales 166%.</a:t>
            </a:r>
          </a:p>
        </p:txBody>
      </p:sp>
      <p:sp>
        <p:nvSpPr>
          <p:cNvPr id="13" name="AUTO_note"/>
          <p:cNvSpPr txBox="1"/>
          <p:nvPr/>
        </p:nvSpPr>
        <p:spPr>
          <a:xfrm>
            <a:off x="758952" y="5596127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</a:rPr>
              <a:t>Channels: Alternative Sales = current channel; Industrial + Distribution = IMP total excl. Alternative Sales, prorated by the current Industrial/Distribution mix (64% / 36% OI CM). Segments: Construction 70% / Refrigeration 30% (assigned). Budget = Board budget (Jan–Oct).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F8F2E7"/>
                </a:solidFill>
              </a:rPr>
              <a:t>BACKLOG – OCTOBER 2026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106424" y="94183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00EDB6"/>
                </a:solidFill>
              </a:rPr>
              <a:t>IMP · Current month vs prior year and vs 1 January · Value in COP MM · bar labels = backlog volume (k m²)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5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7" name="KPI Backlog Sept 2026"/>
          <p:cNvSpPr/>
          <p:nvPr/>
        </p:nvSpPr>
        <p:spPr>
          <a:xfrm>
            <a:off x="777240" y="1444752"/>
            <a:ext cx="2551176" cy="87782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2276856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dirty="0">
                <a:solidFill>
                  <a:srgbClr val="F8F2E7"/>
                </a:solidFill>
              </a:rPr>
              <a:t>BACKLOG October 2026</a:t>
            </a:r>
            <a:r>
              <a:rPr lang="es-MX" sz="750" b="1" i="0" dirty="0" err="1">
                <a:solidFill>
                  <a:srgbClr val="F8F2E7"/>
                </a:solidFill>
              </a:rPr>
              <a:t/>
            </a:r>
            <a:r>
              <a:rPr lang="es-MX" sz="750" b="1" dirty="0" err="1">
                <a:solidFill>
                  <a:srgbClr val="F8F2E7"/>
                </a:solidFill>
              </a:rPr>
              <a:t/>
            </a:r>
            <a:r>
              <a:rPr sz="750" b="1" i="0" dirty="0">
                <a:solidFill>
                  <a:srgbClr val="F8F2E7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227685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2000" b="1" i="0" dirty="0">
                <a:solidFill>
                  <a:srgbClr val="FFFFFF"/>
                </a:solidFill>
              </a:rPr>
              <a:t>525.529</a:t>
            </a:r>
            <a:r>
              <a:rPr sz="2000" b="1" i="0" dirty="0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276856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EDB6"/>
                </a:solidFill>
              </a:rPr>
              <a:t>▲ +4</a:t>
            </a:r>
            <a:r>
              <a:rPr lang="es-MX" sz="850" b="1" i="0" dirty="0">
                <a:solidFill>
                  <a:srgbClr val="00EDB6"/>
                </a:solidFill>
              </a:rPr>
              <a:t>6%</a:t>
            </a:r>
            <a:r>
              <a:rPr sz="750" b="0" i="0" dirty="0">
                <a:solidFill>
                  <a:srgbClr val="A9BCD0"/>
                </a:solidFill>
              </a:rPr>
              <a:t>  vs PY 3</a:t>
            </a:r>
            <a:r>
              <a:rPr lang="es-MX" sz="750" b="0" i="0" dirty="0">
                <a:solidFill>
                  <a:srgbClr val="A9BCD0"/>
                </a:solidFill>
              </a:rPr>
              <a:t>60.</a:t>
            </a:r>
            <a:r>
              <a:rPr lang="es-MX" sz="750" dirty="0">
                <a:solidFill>
                  <a:srgbClr val="A9BCD0"/>
                </a:solidFill>
              </a:rPr>
              <a:t>246</a:t>
            </a:r>
            <a:endParaRPr sz="750" b="0" i="0" dirty="0">
              <a:solidFill>
                <a:srgbClr val="A9BCD0"/>
              </a:solidFill>
            </a:endParaRPr>
          </a:p>
        </p:txBody>
      </p:sp>
      <p:sp>
        <p:nvSpPr>
          <p:cNvPr id="11" name="KPI vs 1 January 2026"/>
          <p:cNvSpPr/>
          <p:nvPr/>
        </p:nvSpPr>
        <p:spPr>
          <a:xfrm>
            <a:off x="3465576" y="1444752"/>
            <a:ext cx="2551176" cy="87782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1517904"/>
            <a:ext cx="2276856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8F2E7"/>
                </a:solidFill>
              </a:rPr>
              <a:t>VS 1 JANUARY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737360"/>
            <a:ext cx="2276856" cy="374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EDB6"/>
                </a:solidFill>
              </a:rPr>
              <a:t>+36,8%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057400"/>
            <a:ext cx="2276856" cy="199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EDB6"/>
                </a:solidFill>
              </a:rPr>
              <a:t>▲ +133.957 m²</a:t>
            </a:r>
            <a:r>
              <a:rPr sz="750" b="0" i="0">
                <a:solidFill>
                  <a:srgbClr val="A9BCD0"/>
                </a:solidFill>
              </a:rPr>
              <a:t>  from 364.496</a:t>
            </a:r>
          </a:p>
        </p:txBody>
      </p:sp>
      <p:sp>
        <p:nvSpPr>
          <p:cNvPr id="15" name="KPI Backlog value (COP MM)"/>
          <p:cNvSpPr/>
          <p:nvPr/>
        </p:nvSpPr>
        <p:spPr>
          <a:xfrm>
            <a:off x="6144768" y="1444752"/>
            <a:ext cx="2551176" cy="87782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1517904"/>
            <a:ext cx="2276856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8F2E7"/>
                </a:solidFill>
              </a:rPr>
              <a:t>BACKLOG VALUE (COP MM)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737360"/>
            <a:ext cx="227685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$ </a:t>
            </a:r>
            <a:r>
              <a:rPr lang="es-MX" sz="2000" b="1" dirty="0">
                <a:solidFill>
                  <a:srgbClr val="FFFFFF"/>
                </a:solidFill>
              </a:rPr>
              <a:t>49</a:t>
            </a:r>
            <a:r>
              <a:rPr sz="2000" b="1" i="0" dirty="0">
                <a:solidFill>
                  <a:srgbClr val="FFFFFF"/>
                </a:solidFill>
              </a:rPr>
              <a:t>.</a:t>
            </a:r>
            <a:r>
              <a:rPr lang="es-MX" sz="2000" b="1" i="0" dirty="0">
                <a:solidFill>
                  <a:srgbClr val="FFFFFF"/>
                </a:solidFill>
              </a:rPr>
              <a:t>836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81928" y="2057400"/>
            <a:ext cx="2276856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EDB6"/>
                </a:solidFill>
              </a:rPr>
              <a:t>▲ </a:t>
            </a:r>
            <a:r>
              <a:rPr lang="es-MX" sz="850" b="1" i="0" dirty="0">
                <a:solidFill>
                  <a:schemeClr val="accent2"/>
                </a:solidFill>
              </a:rPr>
              <a:t>+41%</a:t>
            </a:r>
            <a:r>
              <a:rPr sz="750" b="0" i="0" dirty="0">
                <a:solidFill>
                  <a:schemeClr val="accent2"/>
                </a:solidFill>
              </a:rPr>
              <a:t>  </a:t>
            </a:r>
            <a:r>
              <a:rPr sz="750" b="0" i="0" dirty="0">
                <a:solidFill>
                  <a:srgbClr val="A9BCD0"/>
                </a:solidFill>
              </a:rPr>
              <a:t>vs PY $ 3</a:t>
            </a:r>
            <a:r>
              <a:rPr lang="es-MX" sz="750" b="0" i="0" dirty="0">
                <a:solidFill>
                  <a:srgbClr val="A9BCD0"/>
                </a:solidFill>
              </a:rPr>
              <a:t>5.225</a:t>
            </a:r>
            <a:endParaRPr sz="750" b="0" i="0" dirty="0">
              <a:solidFill>
                <a:srgbClr val="A9BCD0"/>
              </a:solidFill>
            </a:endParaRPr>
          </a:p>
        </p:txBody>
      </p:sp>
      <p:sp>
        <p:nvSpPr>
          <p:cNvPr id="19" name="KPI Margin STD"/>
          <p:cNvSpPr/>
          <p:nvPr/>
        </p:nvSpPr>
        <p:spPr>
          <a:xfrm>
            <a:off x="8833104" y="1444752"/>
            <a:ext cx="2551176" cy="87782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0264" y="1517904"/>
            <a:ext cx="2276856" cy="20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8F2E7"/>
                </a:solidFill>
              </a:rPr>
              <a:t>MARGIN STD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1737360"/>
            <a:ext cx="2276856" cy="374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27,3%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2057400"/>
            <a:ext cx="2276856" cy="199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EDB6"/>
                </a:solidFill>
              </a:rPr>
              <a:t>▲ +2,3 pp</a:t>
            </a:r>
            <a:r>
              <a:rPr sz="750" b="0" i="0">
                <a:solidFill>
                  <a:srgbClr val="A9BCD0"/>
                </a:solidFill>
              </a:rPr>
              <a:t>  w/o Canpack 27,7%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044966"/>
              </p:ext>
            </p:extLst>
          </p:nvPr>
        </p:nvGraphicFramePr>
        <p:xfrm>
          <a:off x="969264" y="5001768"/>
          <a:ext cx="54589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>Product / metric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50" b="1" dirty="0" err="1">
                          <a:solidFill>
                            <a:srgbClr val="FFFFFF"/>
                          </a:solidFill>
                        </a:rPr>
                        <a:t>Oct-26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50" b="1" dirty="0" err="1">
                          <a:solidFill>
                            <a:srgbClr val="FFFFFF"/>
                          </a:solidFill>
                        </a:rPr>
                        <a:t>Oct-25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50" b="1">
                          <a:solidFill>
                            <a:srgbClr val="FFFFFF"/>
                          </a:solidFill>
                        </a:rPr>
                        <a:t>Var</a:t>
                      </a:r>
                      <a:r>
                        <a:rPr sz="750" b="1">
                          <a:solidFill>
                            <a:srgbClr val="FFFFFF"/>
                          </a:solidFill>
                        </a:rPr>
                        <a:t> vs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1-Jan-26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50" b="1">
                          <a:solidFill>
                            <a:srgbClr val="FFFFFF"/>
                          </a:solidFill>
                        </a:rPr>
                        <a:t>Var</a:t>
                      </a:r>
                      <a:r>
                        <a:rPr sz="750" b="1">
                          <a:solidFill>
                            <a:srgbClr val="FFFFFF"/>
                          </a:solidFill>
                        </a:rPr>
                        <a:t> vs Jan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1" dirty="0" err="1">
                          <a:solidFill>
                            <a:srgbClr val="FFFFFF"/>
                          </a:solidFill>
                        </a:rPr>
                        <a:t>Kingcore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> – Volume (m²)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FFFFFF"/>
                          </a:solidFill>
                        </a:rPr>
                        <a:t>78.</a:t>
                      </a:r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432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38.588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00EDB6"/>
                          </a:solidFill>
                        </a:rPr>
                        <a:t>+</a:t>
                      </a:r>
                      <a:r>
                        <a:rPr lang="es-MX" sz="750" b="0" dirty="0">
                          <a:solidFill>
                            <a:srgbClr val="00EDB6"/>
                          </a:solidFill>
                        </a:rPr>
                        <a:t>103,25</a:t>
                      </a:r>
                      <a:endParaRPr sz="750" b="0" dirty="0">
                        <a:solidFill>
                          <a:srgbClr val="00EDB6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FFFFFF"/>
                          </a:solidFill>
                        </a:rPr>
                        <a:t>22.362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00EDB6"/>
                          </a:solidFill>
                        </a:rPr>
                        <a:t>+2</a:t>
                      </a:r>
                      <a:r>
                        <a:rPr lang="es-MX" sz="750" b="0" dirty="0">
                          <a:solidFill>
                            <a:srgbClr val="00EDB6"/>
                          </a:solidFill>
                        </a:rPr>
                        <a:t>50,74</a:t>
                      </a:r>
                      <a:r>
                        <a:rPr sz="750" b="0" dirty="0">
                          <a:solidFill>
                            <a:srgbClr val="00EDB6"/>
                          </a:solidFill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>Single Skin – Volume (m²)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57.196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21.370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00EDB6"/>
                          </a:solidFill>
                        </a:rPr>
                        <a:t>+</a:t>
                      </a:r>
                      <a:r>
                        <a:rPr lang="es-MX" sz="750" b="0" dirty="0">
                          <a:solidFill>
                            <a:srgbClr val="00EDB6"/>
                          </a:solidFill>
                        </a:rPr>
                        <a:t>167,65%</a:t>
                      </a:r>
                      <a:endParaRPr sz="750" b="0" dirty="0">
                        <a:solidFill>
                          <a:srgbClr val="00EDB6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FFFFFF"/>
                          </a:solidFill>
                        </a:rPr>
                        <a:t>21.486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00EDB6"/>
                          </a:solidFill>
                        </a:rPr>
                        <a:t>+</a:t>
                      </a:r>
                      <a:r>
                        <a:rPr lang="es-MX" sz="750" b="0" dirty="0">
                          <a:solidFill>
                            <a:srgbClr val="00EDB6"/>
                          </a:solidFill>
                        </a:rPr>
                        <a:t>116,20</a:t>
                      </a:r>
                      <a:r>
                        <a:rPr sz="750" b="0" dirty="0">
                          <a:solidFill>
                            <a:srgbClr val="00EDB6"/>
                          </a:solidFill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>Benchmark – Volume (m²)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750" b="0" dirty="0">
                          <a:solidFill>
                            <a:srgbClr val="FFFFFF"/>
                          </a:solidFill>
                        </a:rPr>
                        <a:t>12.167</a:t>
                      </a:r>
                      <a:endParaRPr sz="7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 dirty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A9BCD0"/>
                          </a:solidFill>
                        </a:rPr>
                        <a:t>n.a.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FFFFFF"/>
                          </a:solidFill>
                        </a:rPr>
                        <a:t>349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750" b="0" dirty="0">
                          <a:solidFill>
                            <a:srgbClr val="00EDB6"/>
                          </a:solidFill>
                        </a:rPr>
                        <a:t>+3.386,47%</a:t>
                      </a:r>
                      <a:endParaRPr sz="750" b="0" dirty="0">
                        <a:solidFill>
                          <a:srgbClr val="00EDB6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Chart 23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166512"/>
              </p:ext>
            </p:extLst>
          </p:nvPr>
        </p:nvGraphicFramePr>
        <p:xfrm>
          <a:off x="832104" y="2450592"/>
          <a:ext cx="10341864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Insight"/>
          <p:cNvSpPr/>
          <p:nvPr/>
        </p:nvSpPr>
        <p:spPr>
          <a:xfrm>
            <a:off x="100584" y="6071616"/>
            <a:ext cx="10607040" cy="557784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6099048"/>
            <a:ext cx="118872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7864" y="6309360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Backlog is +43% in m² and +51% in value vs </a:t>
            </a:r>
            <a:r>
              <a:rPr lang="es-MX" sz="950" b="0" i="0">
                <a:solidFill>
                  <a:srgbClr val="FFFFFF"/>
                </a:solidFill>
              </a:rPr>
              <a:t>PY</a:t>
            </a:r>
            <a:r>
              <a:rPr sz="950" b="0" i="0">
                <a:solidFill>
                  <a:srgbClr val="FFFFFF"/>
                </a:solidFill>
              </a:rPr>
              <a:t>, with margin up to 27,3% (best month of 2026).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F8F2E7"/>
                </a:solidFill>
              </a:rPr>
              <a:t>BACKLOG BY CHANNEL – IMP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4183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EDB6"/>
                </a:solidFill>
              </a:rPr>
              <a:t>Oct-26 backlog vs PY, YoY and gross margin by channel and segment (m²)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6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" name="AUTO_lbl_ch"/>
          <p:cNvSpPr txBox="1"/>
          <p:nvPr/>
        </p:nvSpPr>
        <p:spPr>
          <a:xfrm>
            <a:off x="758952" y="14173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EDB6"/>
                </a:solidFill>
              </a:rPr>
              <a:t>BY CHANNEL</a:t>
            </a:r>
          </a:p>
        </p:txBody>
      </p:sp>
      <p:graphicFrame>
        <p:nvGraphicFramePr>
          <p:cNvPr id="7" name="AUTO_tbl_channels"/>
          <p:cNvGraphicFramePr>
            <a:graphicFrameLocks noGrp="1"/>
          </p:cNvGraphicFramePr>
          <p:nvPr/>
        </p:nvGraphicFramePr>
        <p:xfrm>
          <a:off x="758952" y="1618488"/>
          <a:ext cx="1060704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1280160"/>
                <a:gridCol w="1280160"/>
                <a:gridCol w="1097280"/>
                <a:gridCol w="1097280"/>
                <a:gridCol w="1097280"/>
                <a:gridCol w="1280160"/>
                <a:gridCol w="12801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YoY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Δ GM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Mix %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Industrial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412.516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274.539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+50,3%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27,1%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22,3%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+4,8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78%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Distribution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107.224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81.397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+31,7%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25,2%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21,2%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+4,0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Alternative Sales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5.789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4.310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+34,3%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45,3%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37,0%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+8,3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525.529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360.246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+45,9%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26,9%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22,2%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+4,7 pp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  <p:sp>
        <p:nvSpPr>
          <p:cNvPr id="8" name="AUTO_lbl_seg"/>
          <p:cNvSpPr txBox="1"/>
          <p:nvPr/>
        </p:nvSpPr>
        <p:spPr>
          <a:xfrm>
            <a:off x="758952" y="30449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EDB6"/>
                </a:solidFill>
              </a:rPr>
              <a:t>BY SEGMENT</a:t>
            </a:r>
          </a:p>
        </p:txBody>
      </p:sp>
      <p:graphicFrame>
        <p:nvGraphicFramePr>
          <p:cNvPr id="9" name="AUTO_tbl_segments"/>
          <p:cNvGraphicFramePr>
            <a:graphicFrameLocks noGrp="1"/>
          </p:cNvGraphicFramePr>
          <p:nvPr/>
        </p:nvGraphicFramePr>
        <p:xfrm>
          <a:off x="758952" y="3246120"/>
          <a:ext cx="10607040" cy="1024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1280160"/>
                <a:gridCol w="1280160"/>
                <a:gridCol w="1097280"/>
                <a:gridCol w="1097280"/>
                <a:gridCol w="1097280"/>
                <a:gridCol w="1280160"/>
                <a:gridCol w="12801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YoY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CM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GM PY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Δ GM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Mix %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Construction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367.870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252.172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+45,9%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Refrigeration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157.659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108.074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+45,9%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525.529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360.246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+45,9%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26,9%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22,2%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00EDB6"/>
                          </a:solidFill>
                        </a:rPr>
                        <a:t>+4,7 pp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  <p:sp>
        <p:nvSpPr>
          <p:cNvPr id="10" name="AUTO_ins_box"/>
          <p:cNvSpPr/>
          <p:nvPr/>
        </p:nvSpPr>
        <p:spPr>
          <a:xfrm>
            <a:off x="758952" y="4434840"/>
            <a:ext cx="10607040" cy="1097280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_ins_lbl"/>
          <p:cNvSpPr txBox="1"/>
          <p:nvPr/>
        </p:nvSpPr>
        <p:spPr>
          <a:xfrm>
            <a:off x="914400" y="452627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EDB6"/>
                </a:solidFill>
              </a:rPr>
              <a:t>KEY INSIGHTS</a:t>
            </a:r>
          </a:p>
        </p:txBody>
      </p:sp>
      <p:sp>
        <p:nvSpPr>
          <p:cNvPr id="12" name="AUTO_ins_txt"/>
          <p:cNvSpPr txBox="1"/>
          <p:nvPr/>
        </p:nvSpPr>
        <p:spPr>
          <a:xfrm>
            <a:off x="914400" y="4745736"/>
            <a:ext cx="102961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</a:rPr>
              <a:t>Backlog IMP 525.529 m² (+45,9% vs 360.246 m² PY); Industrial holds 78% (+50,3%).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</a:rPr>
              <a:t>Distribution 107.224 m² (+31,7%) · Alternative Sales 5.789 m² (+34,3%).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</a:rPr>
              <a:t>Weighted backlog margin 26,9% vs 22,2% PY (+4,7 pp).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Segments: Construction 367.870 m² · Refrigeration 157.659 m² (assigned split 70% / 30%).</a:t>
            </a:r>
          </a:p>
        </p:txBody>
      </p:sp>
      <p:sp>
        <p:nvSpPr>
          <p:cNvPr id="13" name="AUTO_note"/>
          <p:cNvSpPr txBox="1"/>
          <p:nvPr/>
        </p:nvSpPr>
        <p:spPr>
          <a:xfrm>
            <a:off x="758952" y="5596127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CD0"/>
                </a:solidFill>
              </a:rPr>
              <a:t>Channels: Alternative Sales = current channel; Industrial + Distribution = IMP total excl. Alternative Sales, prorated by the current Industrial/Distribution mix (79% / 21% backlog CM). Segments: Construction 70% / Refrigeration 30% (assigned).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sz="2000" b="1">
                <a:solidFill>
                  <a:srgbClr val="061530"/>
                </a:solidFill>
              </a:rPr>
              <a:t>PERFORMED / FORECAST – ORDER INTAKE 2026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4183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4990"/>
                </a:solidFill>
              </a:rPr>
              <a:t>Actual Jan–Sep + forecast Oct–Dec · IMP volume (m²) and revenue (COP MM) vs 2025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7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" name="KPI Actual YTD Sept"/>
          <p:cNvSpPr/>
          <p:nvPr/>
        </p:nvSpPr>
        <p:spPr>
          <a:xfrm>
            <a:off x="77724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ACTUAL YTD SEPT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6620"/>
            <a:ext cx="2274570" cy="4047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>
                <a:solidFill>
                  <a:srgbClr val="FFFFFF"/>
                </a:solidFill>
              </a:rPr>
              <a:t>1.228.503 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6433"/>
            <a:ext cx="2274570" cy="21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EDB6"/>
                </a:solidFill>
              </a:rPr>
              <a:t>75% of FY</a:t>
            </a:r>
            <a:r>
              <a:rPr sz="850" b="0" i="0">
                <a:solidFill>
                  <a:srgbClr val="A9BCD0"/>
                </a:solidFill>
              </a:rPr>
              <a:t>  YoY +24,3%</a:t>
            </a:r>
          </a:p>
        </p:txBody>
      </p:sp>
      <p:sp>
        <p:nvSpPr>
          <p:cNvPr id="10" name="KPI Forecast Q4 (Oct–Dec)"/>
          <p:cNvSpPr/>
          <p:nvPr/>
        </p:nvSpPr>
        <p:spPr>
          <a:xfrm>
            <a:off x="346329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045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FORECAST Q4 (OCT–DEC)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>
                <a:solidFill>
                  <a:srgbClr val="FFFFFF"/>
                </a:solidFill>
              </a:rPr>
              <a:t>400.000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2056433"/>
            <a:ext cx="227457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EDB6"/>
                </a:solidFill>
              </a:rPr>
              <a:t>▲ +7,6%</a:t>
            </a:r>
            <a:r>
              <a:rPr sz="950" b="0" i="0">
                <a:solidFill>
                  <a:srgbClr val="A9BCD0"/>
                </a:solidFill>
              </a:rPr>
              <a:t>  vs Q4-25 371.738</a:t>
            </a:r>
          </a:p>
        </p:txBody>
      </p:sp>
      <p:sp>
        <p:nvSpPr>
          <p:cNvPr id="14" name="KPI FY 2026 forecast"/>
          <p:cNvSpPr/>
          <p:nvPr/>
        </p:nvSpPr>
        <p:spPr>
          <a:xfrm>
            <a:off x="614934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FY 2026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>
                <a:solidFill>
                  <a:srgbClr val="FFFFFF"/>
                </a:solidFill>
              </a:rPr>
              <a:t>1.628.503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056433"/>
            <a:ext cx="227457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EDB6"/>
                </a:solidFill>
              </a:rPr>
              <a:t>▲ +19,8%</a:t>
            </a:r>
            <a:r>
              <a:rPr sz="850" b="0" i="0">
                <a:solidFill>
                  <a:srgbClr val="A9BCD0"/>
                </a:solidFill>
              </a:rPr>
              <a:t>  vs 2025 1.359.841</a:t>
            </a:r>
          </a:p>
        </p:txBody>
      </p:sp>
      <p:sp>
        <p:nvSpPr>
          <p:cNvPr id="18" name="KPI FY revenue fcst (COP MM)"/>
          <p:cNvSpPr/>
          <p:nvPr/>
        </p:nvSpPr>
        <p:spPr>
          <a:xfrm>
            <a:off x="883539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7255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FY REVENUE FCST (COP MM)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550" y="1696620"/>
            <a:ext cx="2274570" cy="4047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>
                <a:solidFill>
                  <a:srgbClr val="FFFFFF"/>
                </a:solidFill>
              </a:rPr>
              <a:t>$ 171.821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2550" y="2056433"/>
            <a:ext cx="2274570" cy="21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EDB6"/>
                </a:solidFill>
              </a:rPr>
              <a:t>▲ +31,0%</a:t>
            </a:r>
            <a:r>
              <a:rPr sz="850" b="0" i="0">
                <a:solidFill>
                  <a:srgbClr val="A9BCD0"/>
                </a:solidFill>
              </a:rPr>
              <a:t>  vs 2025 $ 131.136</a:t>
            </a:r>
          </a:p>
        </p:txBody>
      </p:sp>
      <p:graphicFrame>
        <p:nvGraphicFramePr>
          <p:cNvPr id="22" name="Chart 21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624320"/>
              </p:ext>
            </p:extLst>
          </p:nvPr>
        </p:nvGraphicFramePr>
        <p:xfrm>
          <a:off x="777240" y="2434236"/>
          <a:ext cx="5760720" cy="2698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720840" y="2479213"/>
          <a:ext cx="4663440" cy="1799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81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IMP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2026 m²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2025 m²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YoY m²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YoY COP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GM 26 / 25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Sept (CM)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146.446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114.611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0EDB6"/>
                          </a:solidFill>
                        </a:rPr>
                        <a:t>+27,8%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0EDB6"/>
                          </a:solidFill>
                        </a:rPr>
                        <a:t>+28,7%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27% / 24%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YTD Jan–Sep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1.228.503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988.103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0EDB6"/>
                          </a:solidFill>
                        </a:rPr>
                        <a:t>+24,3%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0EDB6"/>
                          </a:solidFill>
                        </a:rPr>
                        <a:t>+34,6%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25% / 24%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Q4 forecast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400.000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371.738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0EDB6"/>
                          </a:solidFill>
                        </a:rPr>
                        <a:t>+7,6%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0EDB6"/>
                          </a:solidFill>
                        </a:rPr>
                        <a:t>+21,5%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A9BCD0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FY 2026 (A+F)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1.628.503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1.359.841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00EDB6"/>
                          </a:solidFill>
                        </a:rPr>
                        <a:t>+19,8%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00EDB6"/>
                          </a:solidFill>
                        </a:rPr>
                        <a:t>+31,0%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9BCD0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720840" y="4413206"/>
            <a:ext cx="4663440" cy="719625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458183"/>
            <a:ext cx="4434840" cy="629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8F2E7"/>
                </a:solidFill>
              </a:rPr>
              <a:t>Revenue (COP MM): </a:t>
            </a:r>
            <a:r>
              <a:rPr sz="900" b="0" i="0">
                <a:solidFill>
                  <a:srgbClr val="FFFFFF"/>
                </a:solidFill>
              </a:rPr>
              <a:t>YTD $ 128.546 · Q4 fcst $ 43.275 · FY $ 171.821 vs $ 131.136 in 2025.</a:t>
            </a:r>
          </a:p>
        </p:txBody>
      </p:sp>
      <p:sp>
        <p:nvSpPr>
          <p:cNvPr id="26" name="Insight"/>
          <p:cNvSpPr/>
          <p:nvPr/>
        </p:nvSpPr>
        <p:spPr>
          <a:xfrm>
            <a:off x="777240" y="5222785"/>
            <a:ext cx="10607040" cy="557709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5222785"/>
            <a:ext cx="1188720" cy="5577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340057"/>
            <a:ext cx="91440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75% of the FY is already booked. The updated Q4 forecast (400.000 m², +7,6% vs Q4-25) takes FY 2026 to 1.628.503 m² (+20%) and COP 171.821 MM (+31%); Nov (140.000 m²) is the peak month to secure.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F8F2E7"/>
                </a:solidFill>
              </a:rPr>
              <a:t>KEY PROJECTS – INDUSTRIAL &amp; DISTRIBUTION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30718"/>
            <a:ext cx="9601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00EDB6"/>
                </a:solidFill>
              </a:rPr>
              <a:t>Top 5 projects per segment by volume (m²), all statuses · </a:t>
            </a:r>
            <a:r>
              <a:rPr lang="es-MX" sz="1000" dirty="0" err="1">
                <a:solidFill>
                  <a:srgbClr val="00EDB6"/>
                </a:solidFill>
              </a:rPr>
              <a:t>October</a:t>
            </a:r>
            <a:r>
              <a:rPr lang="es-MX" sz="1000" dirty="0">
                <a:solidFill>
                  <a:srgbClr val="00EDB6"/>
                </a:solidFill>
              </a:rPr>
              <a:t> </a:t>
            </a:r>
            <a:r>
              <a:rPr sz="1000" b="0" i="0" dirty="0">
                <a:solidFill>
                  <a:srgbClr val="00EDB6"/>
                </a:solidFill>
              </a:rPr>
              <a:t> pipeline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8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" name="KPI Active projects"/>
          <p:cNvSpPr/>
          <p:nvPr/>
        </p:nvSpPr>
        <p:spPr>
          <a:xfrm>
            <a:off x="77724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ACTIVE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4</a:t>
            </a:r>
            <a:r>
              <a:rPr lang="es-MX" sz="215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6433"/>
            <a:ext cx="227457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F8F2E7"/>
                </a:solidFill>
              </a:rPr>
              <a:t>3</a:t>
            </a:r>
            <a:r>
              <a:rPr lang="es-MX" sz="950" b="1" dirty="0">
                <a:solidFill>
                  <a:srgbClr val="F8F2E7"/>
                </a:solidFill>
              </a:rPr>
              <a:t>2</a:t>
            </a:r>
            <a:r>
              <a:rPr sz="950" b="1" i="0" dirty="0">
                <a:solidFill>
                  <a:srgbClr val="F8F2E7"/>
                </a:solidFill>
              </a:rPr>
              <a:t> Industrial · </a:t>
            </a:r>
            <a:r>
              <a:rPr lang="es-MX" sz="950" b="1" dirty="0">
                <a:solidFill>
                  <a:srgbClr val="F8F2E7"/>
                </a:solidFill>
              </a:rPr>
              <a:t>9</a:t>
            </a:r>
            <a:r>
              <a:rPr sz="950" b="1" i="0" dirty="0">
                <a:solidFill>
                  <a:srgbClr val="F8F2E7"/>
                </a:solidFill>
              </a:rPr>
              <a:t> Distribution</a:t>
            </a:r>
          </a:p>
        </p:txBody>
      </p:sp>
      <p:sp>
        <p:nvSpPr>
          <p:cNvPr id="10" name="KPI Pipeline value"/>
          <p:cNvSpPr/>
          <p:nvPr/>
        </p:nvSpPr>
        <p:spPr>
          <a:xfrm>
            <a:off x="346329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045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PIPELINE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USD </a:t>
            </a:r>
            <a:r>
              <a:rPr lang="es-MX" sz="2150" b="1" dirty="0">
                <a:solidFill>
                  <a:srgbClr val="FFFFFF"/>
                </a:solidFill>
              </a:rPr>
              <a:t>23</a:t>
            </a:r>
            <a:r>
              <a:rPr sz="2150" b="1" i="0" dirty="0">
                <a:solidFill>
                  <a:srgbClr val="FFFFFF"/>
                </a:solidFill>
              </a:rPr>
              <a:t>,</a:t>
            </a:r>
            <a:r>
              <a:rPr lang="es-MX" sz="2150" b="1" i="0" dirty="0">
                <a:solidFill>
                  <a:srgbClr val="FFFFFF"/>
                </a:solidFill>
              </a:rPr>
              <a:t>9</a:t>
            </a:r>
            <a:r>
              <a:rPr sz="2150" b="1" i="0" dirty="0">
                <a:solidFill>
                  <a:srgbClr val="FFFFFF"/>
                </a:solidFill>
              </a:rPr>
              <a:t>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2056433"/>
            <a:ext cx="227457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F8F2E7"/>
                </a:solidFill>
              </a:rPr>
              <a:t>Ind. USD 21,</a:t>
            </a:r>
            <a:r>
              <a:rPr lang="es-MX" sz="950" b="1" i="0" dirty="0">
                <a:solidFill>
                  <a:srgbClr val="F8F2E7"/>
                </a:solidFill>
              </a:rPr>
              <a:t>6</a:t>
            </a:r>
            <a:r>
              <a:rPr sz="950" b="1" i="0" dirty="0">
                <a:solidFill>
                  <a:srgbClr val="F8F2E7"/>
                </a:solidFill>
              </a:rPr>
              <a:t> M · Dist. USD 2,</a:t>
            </a:r>
            <a:r>
              <a:rPr lang="es-MX" sz="950" b="1" i="0" dirty="0">
                <a:solidFill>
                  <a:srgbClr val="F8F2E7"/>
                </a:solidFill>
              </a:rPr>
              <a:t>3</a:t>
            </a:r>
            <a:r>
              <a:rPr sz="950" b="1" i="0" dirty="0">
                <a:solidFill>
                  <a:srgbClr val="F8F2E7"/>
                </a:solidFill>
              </a:rPr>
              <a:t> M</a:t>
            </a:r>
          </a:p>
        </p:txBody>
      </p:sp>
      <p:sp>
        <p:nvSpPr>
          <p:cNvPr id="14" name="KPI Pipeline volume"/>
          <p:cNvSpPr/>
          <p:nvPr/>
        </p:nvSpPr>
        <p:spPr>
          <a:xfrm>
            <a:off x="614934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PIPELINE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74</a:t>
            </a:r>
            <a:r>
              <a:rPr lang="es-MX" sz="2150" b="1" i="0" dirty="0">
                <a:solidFill>
                  <a:srgbClr val="FFFFFF"/>
                </a:solidFill>
              </a:rPr>
              <a:t>9</a:t>
            </a:r>
            <a:r>
              <a:rPr sz="2150" b="1" i="0" dirty="0">
                <a:solidFill>
                  <a:srgbClr val="FFFFFF"/>
                </a:solidFill>
              </a:rPr>
              <a:t>.</a:t>
            </a:r>
            <a:r>
              <a:rPr lang="es-MX" sz="2150" b="1" i="0" dirty="0">
                <a:solidFill>
                  <a:srgbClr val="FFFFFF"/>
                </a:solidFill>
              </a:rPr>
              <a:t>389</a:t>
            </a:r>
            <a:r>
              <a:rPr sz="2150" b="1" i="0" dirty="0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056433"/>
            <a:ext cx="227457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F8F2E7"/>
                </a:solidFill>
              </a:rPr>
              <a:t>Ind. 6</a:t>
            </a:r>
            <a:r>
              <a:rPr lang="es-MX" sz="950" b="1" i="0" dirty="0">
                <a:solidFill>
                  <a:srgbClr val="F8F2E7"/>
                </a:solidFill>
              </a:rPr>
              <a:t>7</a:t>
            </a:r>
            <a:r>
              <a:rPr sz="950" b="1" i="0" dirty="0">
                <a:solidFill>
                  <a:srgbClr val="F8F2E7"/>
                </a:solidFill>
              </a:rPr>
              <a:t>2,</a:t>
            </a:r>
            <a:r>
              <a:rPr lang="es-MX" sz="950" b="1" i="0" dirty="0">
                <a:solidFill>
                  <a:srgbClr val="F8F2E7"/>
                </a:solidFill>
              </a:rPr>
              <a:t>5</a:t>
            </a:r>
            <a:r>
              <a:rPr sz="950" b="1" i="0" dirty="0">
                <a:solidFill>
                  <a:srgbClr val="F8F2E7"/>
                </a:solidFill>
              </a:rPr>
              <a:t>k · Dist. 7</a:t>
            </a:r>
            <a:r>
              <a:rPr lang="es-MX" sz="950" b="1" i="0" dirty="0">
                <a:solidFill>
                  <a:srgbClr val="F8F2E7"/>
                </a:solidFill>
              </a:rPr>
              <a:t>6</a:t>
            </a:r>
            <a:r>
              <a:rPr sz="950" b="1" i="0" dirty="0">
                <a:solidFill>
                  <a:srgbClr val="F8F2E7"/>
                </a:solidFill>
              </a:rPr>
              <a:t>,</a:t>
            </a:r>
            <a:r>
              <a:rPr lang="es-MX" sz="950" b="1" i="0" dirty="0">
                <a:solidFill>
                  <a:srgbClr val="F8F2E7"/>
                </a:solidFill>
              </a:rPr>
              <a:t>6</a:t>
            </a:r>
            <a:r>
              <a:rPr sz="950" b="1" i="0" dirty="0">
                <a:solidFill>
                  <a:srgbClr val="F8F2E7"/>
                </a:solidFill>
              </a:rPr>
              <a:t>k m²</a:t>
            </a:r>
          </a:p>
        </p:txBody>
      </p:sp>
      <p:sp>
        <p:nvSpPr>
          <p:cNvPr id="18" name="KPI Closed won"/>
          <p:cNvSpPr/>
          <p:nvPr/>
        </p:nvSpPr>
        <p:spPr>
          <a:xfrm>
            <a:off x="8835390" y="1444752"/>
            <a:ext cx="2548890" cy="881541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72550" y="1516714"/>
            <a:ext cx="227457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CLOSED WON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550" y="1733584"/>
            <a:ext cx="227457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USD </a:t>
            </a:r>
            <a:r>
              <a:rPr lang="es-MX" sz="2150" b="1" i="0" dirty="0">
                <a:solidFill>
                  <a:srgbClr val="FFFFFF"/>
                </a:solidFill>
              </a:rPr>
              <a:t>2</a:t>
            </a:r>
            <a:r>
              <a:rPr sz="2150" b="1" i="0" dirty="0">
                <a:solidFill>
                  <a:srgbClr val="FFFFFF"/>
                </a:solidFill>
              </a:rPr>
              <a:t>,</a:t>
            </a:r>
            <a:r>
              <a:rPr lang="es-MX" sz="2150" b="1" i="0" dirty="0">
                <a:solidFill>
                  <a:srgbClr val="FFFFFF"/>
                </a:solidFill>
              </a:rPr>
              <a:t>8</a:t>
            </a:r>
            <a:r>
              <a:rPr sz="2150" b="1" i="0" dirty="0">
                <a:solidFill>
                  <a:srgbClr val="FFFFFF"/>
                </a:solidFill>
              </a:rPr>
              <a:t>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2550" y="2056433"/>
            <a:ext cx="227457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950" b="1" dirty="0">
                <a:solidFill>
                  <a:srgbClr val="00EDB6"/>
                </a:solidFill>
              </a:rPr>
              <a:t>10</a:t>
            </a:r>
            <a:r>
              <a:rPr sz="950" b="1" i="0" dirty="0">
                <a:solidFill>
                  <a:srgbClr val="00EDB6"/>
                </a:solidFill>
              </a:rPr>
              <a:t> 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61222"/>
            <a:ext cx="457200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DB6"/>
                </a:solidFill>
              </a:rPr>
              <a:t>INDUSTRIAL – TOP 5 BY m²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412381"/>
              </p:ext>
            </p:extLst>
          </p:nvPr>
        </p:nvGraphicFramePr>
        <p:xfrm>
          <a:off x="777240" y="2686105"/>
          <a:ext cx="5234940" cy="2271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3831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Customer · Project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m²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% seg.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USD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Construplan · Walmart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Guatemala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100.000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$ 2.787.794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B9F6"/>
                          </a:solidFill>
                        </a:rPr>
                        <a:t>Specification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FFFFFF"/>
                          </a:solidFill>
                        </a:rPr>
                        <a:t>Haceb</a:t>
                      </a:r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 · </a:t>
                      </a:r>
                      <a:r>
                        <a:rPr sz="850" b="0" dirty="0" err="1">
                          <a:solidFill>
                            <a:srgbClr val="FFFFFF"/>
                          </a:solidFill>
                        </a:rPr>
                        <a:t>Recambio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Colombia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61.000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13%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1.700.505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FFB81C"/>
                          </a:solidFill>
                        </a:rPr>
                        <a:t>Pending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FFFFFF"/>
                          </a:solidFill>
                        </a:rPr>
                        <a:t>Conmetal</a:t>
                      </a:r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 · Bodegas AMT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Guatemala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50.000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8%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$ 1.200.000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B81C"/>
                          </a:solidFill>
                        </a:rPr>
                        <a:t>Pending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algn="l"/>
                      <a:r>
                        <a:rPr lang="es-CO" sz="850" b="0" dirty="0">
                          <a:solidFill>
                            <a:srgbClr val="FFFFFF"/>
                          </a:solidFill>
                        </a:rPr>
                        <a:t>Haceb · Recambio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Dominicana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24.000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8%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$669.120</a:t>
                      </a:r>
                    </a:p>
                    <a:p>
                      <a:pPr algn="r"/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50" b="0" dirty="0" err="1">
                          <a:solidFill>
                            <a:schemeClr val="accent2"/>
                          </a:solidFill>
                        </a:rPr>
                        <a:t>Closed</a:t>
                      </a:r>
                      <a:r>
                        <a:rPr lang="es-MX" sz="850" b="0" dirty="0">
                          <a:solidFill>
                            <a:schemeClr val="accent2"/>
                          </a:solidFill>
                        </a:rPr>
                        <a:t> won</a:t>
                      </a:r>
                      <a:endParaRPr sz="850" b="0" dirty="0">
                        <a:solidFill>
                          <a:schemeClr val="accent2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lang="es-MX" sz="850" b="0" dirty="0" err="1">
                          <a:solidFill>
                            <a:srgbClr val="FFFFFF"/>
                          </a:solidFill>
                        </a:rPr>
                        <a:t>Prosein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Venezuela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22.000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$ 89</a:t>
                      </a:r>
                      <a:r>
                        <a:rPr lang="es-MX" sz="850" b="0" dirty="0">
                          <a:solidFill>
                            <a:srgbClr val="FFFFFF"/>
                          </a:solidFill>
                        </a:rPr>
                        <a:t>1.749</a:t>
                      </a:r>
                      <a:endParaRPr sz="850" b="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FFB81C"/>
                          </a:solidFill>
                        </a:rPr>
                        <a:t>Pending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Top 5 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330.000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$ 8.799.533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49340" y="2461222"/>
            <a:ext cx="457200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DB6"/>
                </a:solidFill>
              </a:rPr>
              <a:t>DISTRIBUTION – TOP 5 BY m²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178237"/>
              </p:ext>
            </p:extLst>
          </p:nvPr>
        </p:nvGraphicFramePr>
        <p:xfrm>
          <a:off x="6149340" y="2686105"/>
          <a:ext cx="5234940" cy="2266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3831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Customer · Project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m²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% seg.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USD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Colcover · Proyecto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Colombia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21.528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27%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$ 411.565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B81C"/>
                          </a:solidFill>
                        </a:rPr>
                        <a:t>Pending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Galvaceros · Colegios Sucre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Colombia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14.000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18%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$ 333.529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B81C"/>
                          </a:solidFill>
                        </a:rPr>
                        <a:t>Pending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RFS · Cold Storage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Costa Rica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12.500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$ 312.500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EDB6"/>
                          </a:solidFill>
                        </a:rPr>
                        <a:t>Closed Won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CIA Caribe Mar · Antártica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</a:rPr>
                        <a:t>Venezuela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12.000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15%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$ 360.000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B9F6"/>
                          </a:solidFill>
                        </a:rPr>
                        <a:t>Specification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FFFFFF"/>
                          </a:solidFill>
                        </a:rPr>
                        <a:t>Galvaceros</a:t>
                      </a:r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 · </a:t>
                      </a:r>
                      <a:r>
                        <a:rPr sz="850" b="0" dirty="0" err="1">
                          <a:solidFill>
                            <a:srgbClr val="FFFFFF"/>
                          </a:solidFill>
                        </a:rPr>
                        <a:t>Panandina</a:t>
                      </a:r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 Data Center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Colombia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4.106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dirty="0">
                          <a:solidFill>
                            <a:srgbClr val="FFFFFF"/>
                          </a:solidFill>
                        </a:rPr>
                        <a:t>$ 494.712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FFB81C"/>
                          </a:solidFill>
                        </a:rPr>
                        <a:t>Pending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Top 5 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64.134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81%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rgbClr val="FFFFFF"/>
                          </a:solidFill>
                        </a:rPr>
                        <a:t>$ 1.912.306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Insight"/>
          <p:cNvSpPr/>
          <p:nvPr/>
        </p:nvSpPr>
        <p:spPr>
          <a:xfrm>
            <a:off x="777240" y="5222785"/>
            <a:ext cx="10607040" cy="557709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3"/>
          </p:cNvPr>
          <p:cNvSpPr txBox="1"/>
          <p:nvPr/>
        </p:nvSpPr>
        <p:spPr>
          <a:xfrm>
            <a:off x="1106424" y="5401165"/>
            <a:ext cx="11887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900" b="1" i="0" dirty="0">
                <a:solidFill>
                  <a:srgbClr val="00EDB6"/>
                </a:solidFill>
              </a:rPr>
              <a:t>SOPORTE</a:t>
            </a:r>
            <a:endParaRPr sz="900" b="1" i="0" dirty="0">
              <a:solidFill>
                <a:srgbClr val="00EDB6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31186" y="5259431"/>
            <a:ext cx="91440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4</a:t>
            </a:r>
            <a:r>
              <a:rPr lang="es-MX" sz="1050" b="0" i="0" dirty="0">
                <a:solidFill>
                  <a:srgbClr val="FFFFFF"/>
                </a:solidFill>
              </a:rPr>
              <a:t>1</a:t>
            </a:r>
            <a:r>
              <a:rPr sz="1050" b="0" i="0" dirty="0">
                <a:solidFill>
                  <a:srgbClr val="FFFFFF"/>
                </a:solidFill>
              </a:rPr>
              <a:t> active projects worth USD 23,5 M and 7</a:t>
            </a:r>
            <a:r>
              <a:rPr lang="es-MX" sz="1050" b="0" i="0" dirty="0">
                <a:solidFill>
                  <a:srgbClr val="FFFFFF"/>
                </a:solidFill>
              </a:rPr>
              <a:t>49</a:t>
            </a:r>
            <a:r>
              <a:rPr sz="1050" b="0" i="0" dirty="0">
                <a:solidFill>
                  <a:srgbClr val="FFFFFF"/>
                </a:solidFill>
              </a:rPr>
              <a:t>,</a:t>
            </a:r>
            <a:r>
              <a:rPr lang="es-MX" sz="1050" b="0" i="0" dirty="0">
                <a:solidFill>
                  <a:srgbClr val="FFFFFF"/>
                </a:solidFill>
              </a:rPr>
              <a:t>3</a:t>
            </a:r>
            <a:r>
              <a:rPr sz="1050" b="0" i="0" dirty="0">
                <a:solidFill>
                  <a:srgbClr val="FFFFFF"/>
                </a:solidFill>
              </a:rPr>
              <a:t>k m². Volume is concentrated: the top 5 Industrial projects are half of the segment's m², led by </a:t>
            </a:r>
            <a:r>
              <a:rPr sz="1050" b="0" i="0" dirty="0" err="1">
                <a:solidFill>
                  <a:srgbClr val="FFFFFF"/>
                </a:solidFill>
              </a:rPr>
              <a:t>Construplan</a:t>
            </a:r>
            <a:r>
              <a:rPr sz="1050" b="0" i="0" dirty="0">
                <a:solidFill>
                  <a:srgbClr val="FFFFFF"/>
                </a:solidFill>
              </a:rPr>
              <a:t>–Walmart (100k m²) and </a:t>
            </a:r>
            <a:r>
              <a:rPr sz="1050" b="0" i="0" dirty="0" err="1">
                <a:solidFill>
                  <a:srgbClr val="FFFFFF"/>
                </a:solidFill>
              </a:rPr>
              <a:t>Haceb</a:t>
            </a:r>
            <a:r>
              <a:rPr sz="1050" b="0" i="0" dirty="0">
                <a:solidFill>
                  <a:srgbClr val="FFFFFF"/>
                </a:solidFill>
              </a:rPr>
              <a:t> (</a:t>
            </a:r>
            <a:r>
              <a:rPr lang="es-MX" sz="1050" b="0" i="0" dirty="0">
                <a:solidFill>
                  <a:srgbClr val="FFFFFF"/>
                </a:solidFill>
              </a:rPr>
              <a:t>61</a:t>
            </a:r>
            <a:r>
              <a:rPr lang="es-MX" sz="1050" dirty="0">
                <a:solidFill>
                  <a:srgbClr val="FFFFFF"/>
                </a:solidFill>
              </a:rPr>
              <a:t>k</a:t>
            </a:r>
            <a:r>
              <a:rPr sz="1050" b="0" i="0" dirty="0">
                <a:solidFill>
                  <a:srgbClr val="FFFFFF"/>
                </a:solidFill>
              </a:rPr>
              <a:t> m²).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6424" y="804672"/>
            <a:ext cx="9326880" cy="384048"/>
          </a:xfrm>
        </p:spPr>
        <p:txBody>
          <a:bodyPr/>
          <a:lstStyle/>
          <a:p>
            <a:r>
              <a:rPr lang="es-MX" sz="2000" b="0" dirty="0">
                <a:solidFill>
                  <a:srgbClr val="F8F2E7"/>
                </a:solidFill>
              </a:rPr>
              <a:t>LOST BUSINESS – OCTOBER 2026</a:t>
            </a:r>
            <a:endParaRPr sz="2000" b="0" dirty="0">
              <a:solidFill>
                <a:srgbClr val="F8F2E7"/>
              </a:solidFill>
            </a:endParaRPr>
          </a:p>
        </p:txBody>
      </p:sp>
      <p:sp>
        <p:nvSpPr>
          <p:cNvPr id="6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9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7" name="AUTO_sub"/>
          <p:cNvSpPr txBox="1"/>
          <p:nvPr/>
        </p:nvSpPr>
        <p:spPr>
          <a:xfrm>
            <a:off x="1106424" y="1170432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EDB6"/>
                </a:solidFill>
              </a:rPr>
              <a:t>Opportunities lost in the month · volume (m²), value (USD), competitor, reason and corrective action · source: Data Engine › 20_Lost_Business</a:t>
            </a:r>
          </a:p>
        </p:txBody>
      </p:sp>
      <p:sp>
        <p:nvSpPr>
          <p:cNvPr id="8" name="AUTO_lb0_card"/>
          <p:cNvSpPr/>
          <p:nvPr/>
        </p:nvSpPr>
        <p:spPr>
          <a:xfrm>
            <a:off x="859536" y="1481328"/>
            <a:ext cx="1984248" cy="78638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_lb0_lbl"/>
          <p:cNvSpPr txBox="1"/>
          <p:nvPr/>
        </p:nvSpPr>
        <p:spPr>
          <a:xfrm>
            <a:off x="987552" y="1554480"/>
            <a:ext cx="1728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8F2E7"/>
                </a:solidFill>
              </a:rPr>
              <a:t>M² LOST</a:t>
            </a:r>
          </a:p>
        </p:txBody>
      </p:sp>
      <p:sp>
        <p:nvSpPr>
          <p:cNvPr id="10" name="AUTO_lb0_val"/>
          <p:cNvSpPr txBox="1"/>
          <p:nvPr/>
        </p:nvSpPr>
        <p:spPr>
          <a:xfrm>
            <a:off x="987552" y="172821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10.576 m²</a:t>
            </a:r>
          </a:p>
        </p:txBody>
      </p:sp>
      <p:sp>
        <p:nvSpPr>
          <p:cNvPr id="11" name="AUTO_lb0_sub"/>
          <p:cNvSpPr txBox="1"/>
          <p:nvPr/>
        </p:nvSpPr>
        <p:spPr>
          <a:xfrm>
            <a:off x="987552" y="2020824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EDB6"/>
                </a:solidFill>
              </a:rPr>
              <a:t>7 opportunities</a:t>
            </a:r>
          </a:p>
        </p:txBody>
      </p:sp>
      <p:sp>
        <p:nvSpPr>
          <p:cNvPr id="12" name="AUTO_lb1_card"/>
          <p:cNvSpPr/>
          <p:nvPr/>
        </p:nvSpPr>
        <p:spPr>
          <a:xfrm>
            <a:off x="2980944" y="1481328"/>
            <a:ext cx="1984248" cy="78638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_lb1_lbl"/>
          <p:cNvSpPr txBox="1"/>
          <p:nvPr/>
        </p:nvSpPr>
        <p:spPr>
          <a:xfrm>
            <a:off x="3108960" y="1554480"/>
            <a:ext cx="1728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8F2E7"/>
                </a:solidFill>
              </a:rPr>
              <a:t>VALUE LOST (USD)</a:t>
            </a:r>
          </a:p>
        </p:txBody>
      </p:sp>
      <p:sp>
        <p:nvSpPr>
          <p:cNvPr id="14" name="AUTO_lb1_val"/>
          <p:cNvSpPr txBox="1"/>
          <p:nvPr/>
        </p:nvSpPr>
        <p:spPr>
          <a:xfrm>
            <a:off x="3108960" y="172821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US$ 419,7k</a:t>
            </a:r>
          </a:p>
        </p:txBody>
      </p:sp>
      <p:sp>
        <p:nvSpPr>
          <p:cNvPr id="15" name="AUTO_lb1_sub"/>
          <p:cNvSpPr txBox="1"/>
          <p:nvPr/>
        </p:nvSpPr>
        <p:spPr>
          <a:xfrm>
            <a:off x="3108960" y="2020824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EDB6"/>
                </a:solidFill>
              </a:rPr>
              <a:t>Avg ticket US$ 60,0k</a:t>
            </a:r>
          </a:p>
        </p:txBody>
      </p:sp>
      <p:sp>
        <p:nvSpPr>
          <p:cNvPr id="16" name="AUTO_lb2_card"/>
          <p:cNvSpPr/>
          <p:nvPr/>
        </p:nvSpPr>
        <p:spPr>
          <a:xfrm>
            <a:off x="5102352" y="1481328"/>
            <a:ext cx="1984248" cy="78638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_lb2_lbl"/>
          <p:cNvSpPr txBox="1"/>
          <p:nvPr/>
        </p:nvSpPr>
        <p:spPr>
          <a:xfrm>
            <a:off x="5230368" y="1554480"/>
            <a:ext cx="1728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8F2E7"/>
                </a:solidFill>
              </a:rPr>
              <a:t>MAIN REASON</a:t>
            </a:r>
          </a:p>
        </p:txBody>
      </p:sp>
      <p:sp>
        <p:nvSpPr>
          <p:cNvPr id="18" name="AUTO_lb2_val"/>
          <p:cNvSpPr txBox="1"/>
          <p:nvPr/>
        </p:nvSpPr>
        <p:spPr>
          <a:xfrm>
            <a:off x="5230368" y="172821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19" name="AUTO_lb2_sub"/>
          <p:cNvSpPr txBox="1"/>
          <p:nvPr/>
        </p:nvSpPr>
        <p:spPr>
          <a:xfrm>
            <a:off x="5230368" y="2020824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BCD0"/>
                </a:solidFill>
              </a:rPr>
              <a:t>56% of lost value</a:t>
            </a:r>
          </a:p>
        </p:txBody>
      </p:sp>
      <p:sp>
        <p:nvSpPr>
          <p:cNvPr id="20" name="AUTO_lb3_card"/>
          <p:cNvSpPr/>
          <p:nvPr/>
        </p:nvSpPr>
        <p:spPr>
          <a:xfrm>
            <a:off x="7223759" y="1481328"/>
            <a:ext cx="1984248" cy="78638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_lb3_lbl"/>
          <p:cNvSpPr txBox="1"/>
          <p:nvPr/>
        </p:nvSpPr>
        <p:spPr>
          <a:xfrm>
            <a:off x="7351775" y="1554480"/>
            <a:ext cx="1728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8F2E7"/>
                </a:solidFill>
              </a:rPr>
              <a:t>MAIN COMPETITOR</a:t>
            </a:r>
          </a:p>
        </p:txBody>
      </p:sp>
      <p:sp>
        <p:nvSpPr>
          <p:cNvPr id="22" name="AUTO_lb3_val"/>
          <p:cNvSpPr txBox="1"/>
          <p:nvPr/>
        </p:nvSpPr>
        <p:spPr>
          <a:xfrm>
            <a:off x="7351775" y="172821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Termopainel</a:t>
            </a:r>
          </a:p>
        </p:txBody>
      </p:sp>
      <p:sp>
        <p:nvSpPr>
          <p:cNvPr id="23" name="AUTO_lb3_sub"/>
          <p:cNvSpPr txBox="1"/>
          <p:nvPr/>
        </p:nvSpPr>
        <p:spPr>
          <a:xfrm>
            <a:off x="7351775" y="2020824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BCD0"/>
                </a:solidFill>
              </a:rPr>
              <a:t>56% of lost value</a:t>
            </a:r>
          </a:p>
        </p:txBody>
      </p:sp>
      <p:sp>
        <p:nvSpPr>
          <p:cNvPr id="24" name="AUTO_lb4_card"/>
          <p:cNvSpPr/>
          <p:nvPr/>
        </p:nvSpPr>
        <p:spPr>
          <a:xfrm>
            <a:off x="9345167" y="1481328"/>
            <a:ext cx="1984248" cy="786384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UTO_lb4_lbl"/>
          <p:cNvSpPr txBox="1"/>
          <p:nvPr/>
        </p:nvSpPr>
        <p:spPr>
          <a:xfrm>
            <a:off x="9473184" y="1554480"/>
            <a:ext cx="1728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8F2E7"/>
                </a:solidFill>
              </a:rPr>
              <a:t>LARGEST LOSS</a:t>
            </a:r>
          </a:p>
        </p:txBody>
      </p:sp>
      <p:sp>
        <p:nvSpPr>
          <p:cNvPr id="26" name="AUTO_lb4_val"/>
          <p:cNvSpPr txBox="1"/>
          <p:nvPr/>
        </p:nvSpPr>
        <p:spPr>
          <a:xfrm>
            <a:off x="9473184" y="172821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EC BUILDING</a:t>
            </a:r>
          </a:p>
        </p:txBody>
      </p:sp>
      <p:sp>
        <p:nvSpPr>
          <p:cNvPr id="27" name="AUTO_lb4_sub"/>
          <p:cNvSpPr txBox="1"/>
          <p:nvPr/>
        </p:nvSpPr>
        <p:spPr>
          <a:xfrm>
            <a:off x="9473184" y="2020824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BCD0"/>
                </a:solidFill>
              </a:rPr>
              <a:t>US$ 158,1k · Price</a:t>
            </a:r>
          </a:p>
        </p:txBody>
      </p:sp>
      <p:graphicFrame>
        <p:nvGraphicFramePr>
          <p:cNvPr id="28" name="AUTO_lb_table"/>
          <p:cNvGraphicFramePr>
            <a:graphicFrameLocks noGrp="1"/>
          </p:cNvGraphicFramePr>
          <p:nvPr/>
        </p:nvGraphicFramePr>
        <p:xfrm>
          <a:off x="859536" y="2432304"/>
          <a:ext cx="8366760" cy="2221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1097280"/>
                <a:gridCol w="566928"/>
                <a:gridCol w="777240"/>
                <a:gridCol w="914400"/>
                <a:gridCol w="1051560"/>
                <a:gridCol w="1810512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 · Project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m²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USD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Competitor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EC BUILDING · Bodega Mz 100, Zona Franca Zofia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Kingroof / Kingwall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5.000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158.110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9BCD0"/>
                          </a:solidFill>
                        </a:rPr>
                        <a:t>Termopainel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B81C"/>
                          </a:solidFill>
                        </a:rPr>
                        <a:t>Price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Build CEO-level relationship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Industrias Refridcol · Proyecto Frigorífico Yumbo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Kingfrigo 125 mm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2.127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131.199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9BCD0"/>
                          </a:solidFill>
                        </a:rPr>
                        <a:t>Metecno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B81C"/>
                          </a:solidFill>
                        </a:rPr>
                        <a:t>Plant capability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Assess special-length capability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Interfrigo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Kingfrigo 80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2.000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75.893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9BCD0"/>
                          </a:solidFill>
                        </a:rPr>
                        <a:t>Termopainel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B81C"/>
                          </a:solidFill>
                        </a:rPr>
                        <a:t>Price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Earlier follow-up and feedback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Centurión · Mezzanine y Oficinas C5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Kingfrigo 60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658,8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20.456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9BCD0"/>
                          </a:solidFill>
                        </a:rPr>
                        <a:t>Not specified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B81C"/>
                          </a:solidFill>
                        </a:rPr>
                        <a:t>Customer budget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Align budget, offer alternatives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Andexco Colombia · Cubierta Finca Lorica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Kingroof PIR30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372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17.439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9BCD0"/>
                          </a:solidFill>
                        </a:rPr>
                        <a:t>UPVC sheets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B81C"/>
                          </a:solidFill>
                        </a:rPr>
                        <a:t>Alternative tech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Distributor value training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Bold · Cubierta Color Madera James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Kingroof PIR30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264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10.149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9BCD0"/>
                          </a:solidFill>
                        </a:rPr>
                        <a:t>UPVC sheets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B81C"/>
                          </a:solidFill>
                        </a:rPr>
                        <a:t>Alternative tech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Distributor value training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Andexco Colombia · Finca Ganadera Piñón Magdalena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Kingfrigo PIR50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154,7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</a:rPr>
                        <a:t>6.480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9BCD0"/>
                          </a:solidFill>
                        </a:rPr>
                        <a:t>Metecno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B81C"/>
                          </a:solidFill>
                        </a:rPr>
                        <a:t>Lead time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FFFFFF"/>
                          </a:solidFill>
                        </a:rPr>
                        <a:t>Confirm date &amp; stock upfront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</a:rPr>
                        <a:t>10.576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</a:rPr>
                        <a:t>419.726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AUTO_lb_chart"/>
          <p:cNvGraphicFramePr>
            <a:graphicFrameLocks noGrp="1"/>
          </p:cNvGraphicFramePr>
          <p:nvPr/>
        </p:nvGraphicFramePr>
        <p:xfrm>
          <a:off x="9409176" y="2377440"/>
          <a:ext cx="1920239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0" name="AUTO_lb_ins_box"/>
          <p:cNvSpPr/>
          <p:nvPr/>
        </p:nvSpPr>
        <p:spPr>
          <a:xfrm>
            <a:off x="859536" y="5138928"/>
            <a:ext cx="10469880" cy="566928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UTO_lb_ins_lbl"/>
          <p:cNvSpPr txBox="1"/>
          <p:nvPr/>
        </p:nvSpPr>
        <p:spPr>
          <a:xfrm>
            <a:off x="1014983" y="53218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32" name="AUTO_lb_ins_txt"/>
          <p:cNvSpPr txBox="1"/>
          <p:nvPr/>
        </p:nvSpPr>
        <p:spPr>
          <a:xfrm>
            <a:off x="2048256" y="524865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Price explains 56% of the US$ 419,7k lost (Termopainel the main competitor); plant capability adds US$ 131,2k (31%). 10.576 m² lost across 7 opportunities.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C8E9BE-6423-D4AC-6C73-00E9AFEE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B36DEF-455A-A015-1A11-3E1C2FDD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804672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F8F2E7"/>
                </a:solidFill>
              </a:rPr>
              <a:t>KEY PROJECTS – </a:t>
            </a:r>
            <a:r>
              <a:rPr lang="es-MX" sz="2000" b="1" dirty="0" err="1">
                <a:solidFill>
                  <a:srgbClr val="F8F2E7"/>
                </a:solidFill>
              </a:rPr>
              <a:t>lost</a:t>
            </a:r>
            <a:r>
              <a:rPr lang="es-MX" sz="2000" b="1" dirty="0">
                <a:solidFill>
                  <a:srgbClr val="F8F2E7"/>
                </a:solidFill>
              </a:rPr>
              <a:t> </a:t>
            </a:r>
            <a:endParaRPr sz="2000" b="1" dirty="0">
              <a:solidFill>
                <a:srgbClr val="F8F2E7"/>
              </a:solidFill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7C5C1F9-CE47-5971-A135-32AB87209A2C}"/>
              </a:ext>
            </a:extLst>
          </p:cNvPr>
          <p:cNvSpPr txBox="1"/>
          <p:nvPr/>
        </p:nvSpPr>
        <p:spPr>
          <a:xfrm>
            <a:off x="1106424" y="11887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EDB6"/>
                </a:solidFill>
              </a:rPr>
              <a:t>Full September pipeline · volume (m²) per project, all statuses · source: Pipeline de proyectos Industrial &amp; Distribución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DD70305-F900-4A16-374D-BAC02B57B312}"/>
              </a:ext>
            </a:extLst>
          </p:cNvPr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10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879DD-32F8-CE55-1D8F-25C4E7C0D666}"/>
              </a:ext>
            </a:extLst>
          </p:cNvPr>
          <p:cNvSpPr txBox="1"/>
          <p:nvPr/>
        </p:nvSpPr>
        <p:spPr>
          <a:xfrm>
            <a:off x="914400" y="1645920"/>
            <a:ext cx="5989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8F2E7"/>
                </a:solidFill>
              </a:rPr>
              <a:t>INDUSTRIAL – 38 projects · 662.771 m² · USD 21,0 M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3F50ADE-5753-3FA1-F02C-2CFB6A9121DD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874519"/>
          <a:ext cx="3017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51D0830-2B2C-3119-3D6D-B318BF3FB007}"/>
              </a:ext>
            </a:extLst>
          </p:cNvPr>
          <p:cNvGraphicFramePr>
            <a:graphicFrameLocks noGrp="1"/>
          </p:cNvGraphicFramePr>
          <p:nvPr/>
        </p:nvGraphicFramePr>
        <p:xfrm>
          <a:off x="3931920" y="1874519"/>
          <a:ext cx="29718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DF52190-6ED4-92D4-ED6E-45C91BD609AF}"/>
              </a:ext>
            </a:extLst>
          </p:cNvPr>
          <p:cNvGraphicFramePr>
            <a:graphicFrameLocks noGrp="1"/>
          </p:cNvGraphicFramePr>
          <p:nvPr/>
        </p:nvGraphicFramePr>
        <p:xfrm>
          <a:off x="6675120" y="1621536"/>
          <a:ext cx="39319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3B272CE-5FB7-FF70-00C1-07C1671B4478}"/>
              </a:ext>
            </a:extLst>
          </p:cNvPr>
          <p:cNvGraphicFramePr>
            <a:graphicFrameLocks noGrp="1"/>
          </p:cNvGraphicFramePr>
          <p:nvPr/>
        </p:nvGraphicFramePr>
        <p:xfrm>
          <a:off x="6675120" y="3931920"/>
          <a:ext cx="3931920" cy="96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Projects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m²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USD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Avg m²/proj.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Industrial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662.771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$ 21.038.017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17.441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Distribution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79.254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$ 2.459.507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7.925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742.025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$ 23.497.524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15.459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46AB91B-0564-A8B5-B2BC-7D4F6B74B6C0}"/>
              </a:ext>
            </a:extLst>
          </p:cNvPr>
          <p:cNvSpPr/>
          <p:nvPr/>
        </p:nvSpPr>
        <p:spPr>
          <a:xfrm>
            <a:off x="7086600" y="4965192"/>
            <a:ext cx="128016" cy="128016"/>
          </a:xfrm>
          <a:prstGeom prst="rect">
            <a:avLst/>
          </a:prstGeom>
          <a:solidFill>
            <a:srgbClr val="7F9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61872-0549-6D7E-3834-832D55AA28C7}"/>
              </a:ext>
            </a:extLst>
          </p:cNvPr>
          <p:cNvSpPr txBox="1"/>
          <p:nvPr/>
        </p:nvSpPr>
        <p:spPr>
          <a:xfrm>
            <a:off x="7269480" y="4937759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F8F2E7"/>
                </a:solidFill>
              </a:rPr>
              <a:t>Pending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8947CD-25BB-471B-F4CD-E7C6BED6CBC6}"/>
              </a:ext>
            </a:extLst>
          </p:cNvPr>
          <p:cNvSpPr/>
          <p:nvPr/>
        </p:nvSpPr>
        <p:spPr>
          <a:xfrm>
            <a:off x="8366760" y="4965192"/>
            <a:ext cx="128016" cy="128016"/>
          </a:xfrm>
          <a:prstGeom prst="rect">
            <a:avLst/>
          </a:prstGeom>
          <a:solidFill>
            <a:srgbClr val="19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9EDD84-BE0D-28FF-559A-E2A06F15D676}"/>
              </a:ext>
            </a:extLst>
          </p:cNvPr>
          <p:cNvSpPr txBox="1"/>
          <p:nvPr/>
        </p:nvSpPr>
        <p:spPr>
          <a:xfrm>
            <a:off x="8549640" y="4937759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F8F2E7"/>
                </a:solidFill>
              </a:rPr>
              <a:t>Specification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BC2606-93E8-7EFF-A578-20223DD4E58C}"/>
              </a:ext>
            </a:extLst>
          </p:cNvPr>
          <p:cNvSpPr/>
          <p:nvPr/>
        </p:nvSpPr>
        <p:spPr>
          <a:xfrm>
            <a:off x="9646920" y="4965192"/>
            <a:ext cx="128016" cy="128016"/>
          </a:xfrm>
          <a:prstGeom prst="rect">
            <a:avLst/>
          </a:prstGeom>
          <a:solidFill>
            <a:srgbClr val="00E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A0BA12-51D9-3037-A704-7079192544CC}"/>
              </a:ext>
            </a:extLst>
          </p:cNvPr>
          <p:cNvSpPr txBox="1"/>
          <p:nvPr/>
        </p:nvSpPr>
        <p:spPr>
          <a:xfrm>
            <a:off x="9829800" y="4937759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F8F2E7"/>
                </a:solidFill>
              </a:rPr>
              <a:t>Closed won</a:t>
            </a:r>
          </a:p>
        </p:txBody>
      </p:sp>
      <p:sp>
        <p:nvSpPr>
          <p:cNvPr id="18" name="Insight">
            <a:extLst>
              <a:ext uri="{FF2B5EF4-FFF2-40B4-BE49-F238E27FC236}">
                <a16:creationId xmlns:a16="http://schemas.microsoft.com/office/drawing/2014/main" id="{9F6E29D1-F243-9840-3214-156ECA03DE19}"/>
              </a:ext>
            </a:extLst>
          </p:cNvPr>
          <p:cNvSpPr/>
          <p:nvPr/>
        </p:nvSpPr>
        <p:spPr>
          <a:xfrm>
            <a:off x="6675120" y="5184649"/>
            <a:ext cx="3931920" cy="530352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024E1C-C051-903D-C46C-32F97C488BD3}"/>
              </a:ext>
            </a:extLst>
          </p:cNvPr>
          <p:cNvSpPr txBox="1"/>
          <p:nvPr/>
        </p:nvSpPr>
        <p:spPr>
          <a:xfrm>
            <a:off x="6766560" y="5157218"/>
            <a:ext cx="374903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Industrial carries 89% of pipeline m²: 8 projects ≥30k m² and the top 5 = 50%. Distribution is concentrated: top 4 = 76% of its m².</a:t>
            </a:r>
          </a:p>
        </p:txBody>
      </p:sp>
    </p:spTree>
    <p:extLst>
      <p:ext uri="{BB962C8B-B14F-4D97-AF65-F5344CB8AC3E}">
        <p14:creationId xmlns:p14="http://schemas.microsoft.com/office/powerpoint/2010/main" val="17507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lang="en-US" dirty="0">
                <a:solidFill>
                  <a:srgbClr val="061530"/>
                </a:solidFill>
              </a:rPr>
              <a:t>RSM PERFORMANCE BY GROUPS (YTD)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4183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4990"/>
                </a:solidFill>
              </a:rPr>
              <a:t>RSM groups · order intake, sales, Board budget compliance and backlog · thousands of m² (k m²), Jan–Oct 2026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11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" name="KPI Order intake YTD"/>
          <p:cNvSpPr/>
          <p:nvPr/>
        </p:nvSpPr>
        <p:spPr>
          <a:xfrm>
            <a:off x="77724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ORDER INTAKE YTD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1.269k 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8F2E7"/>
                </a:solidFill>
              </a:rPr>
              <a:t>Book-to-bill 1,2x</a:t>
            </a:r>
          </a:p>
        </p:txBody>
      </p:sp>
      <p:sp>
        <p:nvSpPr>
          <p:cNvPr id="10" name="KPI Sales YTD"/>
          <p:cNvSpPr/>
          <p:nvPr/>
        </p:nvSpPr>
        <p:spPr>
          <a:xfrm>
            <a:off x="292608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5361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SALES YTD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71907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1.058k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10312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570F"/>
                </a:solidFill>
              </a:rPr>
              <a:t>Gap −92k m²</a:t>
            </a:r>
          </a:p>
        </p:txBody>
      </p:sp>
      <p:sp>
        <p:nvSpPr>
          <p:cNvPr id="14" name="KPI Budget YTD"/>
          <p:cNvSpPr/>
          <p:nvPr/>
        </p:nvSpPr>
        <p:spPr>
          <a:xfrm>
            <a:off x="507492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5361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BOARD BUDGET YTD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71907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1.150k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0312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8F2E7"/>
                </a:solidFill>
              </a:rPr>
              <a:t>Board budget · 6 groups</a:t>
            </a:r>
          </a:p>
        </p:txBody>
      </p:sp>
      <p:sp>
        <p:nvSpPr>
          <p:cNvPr id="18" name="KPI Budget compliance"/>
          <p:cNvSpPr/>
          <p:nvPr/>
        </p:nvSpPr>
        <p:spPr>
          <a:xfrm>
            <a:off x="722376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15361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BUDGET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1907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7FD36B"/>
                </a:solidFill>
              </a:rPr>
              <a:t>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0312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8F2E7"/>
                </a:solidFill>
              </a:rPr>
              <a:t>2 of 6 groups ≥100%</a:t>
            </a:r>
          </a:p>
        </p:txBody>
      </p:sp>
      <p:sp>
        <p:nvSpPr>
          <p:cNvPr id="22" name="KPI Backlog · margin"/>
          <p:cNvSpPr/>
          <p:nvPr/>
        </p:nvSpPr>
        <p:spPr>
          <a:xfrm>
            <a:off x="937260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15361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BACKLOG ·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71907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526k 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0312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EDB6"/>
                </a:solidFill>
              </a:rPr>
              <a:t>Margin 27%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73752"/>
            <a:ext cx="6035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B6B7F"/>
                </a:solidFill>
              </a:rPr>
              <a:t>Board budget YTD = Board total (Presupuesto Junta) allocated with each group's share of the prior budget · backlog and margin per ERP channel report.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901184"/>
            <a:ext cx="118872" cy="118872"/>
          </a:xfrm>
          <a:prstGeom prst="rect">
            <a:avLst/>
          </a:prstGeom>
          <a:solidFill>
            <a:srgbClr val="EE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7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0–60%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8552" y="4901184"/>
            <a:ext cx="118872" cy="118872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61–84%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93224" y="4901184"/>
            <a:ext cx="118872" cy="118872"/>
          </a:xfrm>
          <a:prstGeom prst="rect">
            <a:avLst/>
          </a:prstGeom>
          <a:solidFill>
            <a:srgbClr val="7FD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48672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85–100%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97896" y="4901184"/>
            <a:ext cx="118872" cy="118872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53344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&gt;100%</a:t>
            </a:r>
          </a:p>
        </p:txBody>
      </p:sp>
      <p:sp>
        <p:nvSpPr>
          <p:cNvPr id="37" name="Insight"/>
          <p:cNvSpPr/>
          <p:nvPr/>
        </p:nvSpPr>
        <p:spPr>
          <a:xfrm>
            <a:off x="787400" y="5166360"/>
            <a:ext cx="10109200" cy="548640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" y="516636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8160" y="51663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Groups at 92% of the Board YTD budget (gap −92k m²). Largest gaps: Industrial (−70k m², 83%) and Other Geographies (−52k m², 86%); above budget: Site Cali, Alternative Sales. Backlog 526k m² at 27% margin.</a:t>
            </a:r>
          </a:p>
        </p:txBody>
      </p:sp>
      <p:graphicFrame>
        <p:nvGraphicFramePr>
          <p:cNvPr id="40" name="AUTO_tbl_groups"/>
          <p:cNvGraphicFramePr>
            <a:graphicFrameLocks noGrp="1"/>
          </p:cNvGraphicFramePr>
          <p:nvPr/>
        </p:nvGraphicFramePr>
        <p:xfrm>
          <a:off x="777240" y="2560320"/>
          <a:ext cx="7223760" cy="2245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777240"/>
                <a:gridCol w="777240"/>
                <a:gridCol w="777240"/>
                <a:gridCol w="822960"/>
                <a:gridCol w="640080"/>
                <a:gridCol w="731520"/>
                <a:gridCol w="731520"/>
                <a:gridCol w="640080"/>
              </a:tblGrid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Board budget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Gap vs budget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% Budget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 margin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Mix backlog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</a:tr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Industrial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431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340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409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−70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8A1F"/>
                          </a:solidFill>
                        </a:rPr>
                        <a:t>83%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240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Distribution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236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227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229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7FD36B"/>
                          </a:solidFill>
                        </a:rPr>
                        <a:t>99%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12%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Other Geographies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306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358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−52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7FD36B"/>
                          </a:solidFill>
                        </a:rPr>
                        <a:t>86%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166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32%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Cold Storage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7FD36B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28%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Site Cali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9E4A"/>
                          </a:solidFill>
                        </a:rPr>
                        <a:t>104%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Alternative Sales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9E4A"/>
                          </a:solidFill>
                        </a:rPr>
                        <a:t>166%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80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1.269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1.058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1.150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570F"/>
                          </a:solidFill>
                        </a:rPr>
                        <a:t>−92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7FD36B"/>
                          </a:solidFill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526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27%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lang="en-US">
                <a:solidFill>
                  <a:srgbClr val="F8F2E7"/>
                </a:solidFill>
              </a:rPr>
              <a:t>RSM PERFORMANCE &amp; MARGIN EVOLUTION BY GROUP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4183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EDB6"/>
                </a:solidFill>
              </a:rPr>
              <a:t>Sales YTD vs Board budget YTD (k m², bars) · backlog gross margin Oct-25 → Oct-26 (lines) · Jan–Oct 2026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13</a:t>
            </a:r>
            <a:endParaRPr lang="en-US" sz="1000" b="1">
              <a:solidFill>
                <a:srgbClr val="FFFFFF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463040"/>
          <a:ext cx="74066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11074"/>
              </p:ext>
            </p:extLst>
          </p:nvPr>
        </p:nvGraphicFramePr>
        <p:xfrm>
          <a:off x="8366760" y="1554480"/>
          <a:ext cx="338328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% Budget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GM Oct-25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GM Oct-26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Δ pp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Industrial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83%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28,7%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33,1%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+4,4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Distribution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99%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27,0%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30,0%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+3,0 pp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Other Geographies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86%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10,4%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14,6%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+4,2 pp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Cold Storage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38,7%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28,1%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0000"/>
                          </a:solidFill>
                        </a:rPr>
                        <a:t>−10,6 pp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Site Cali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104%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err="1">
                          <a:solidFill>
                            <a:srgbClr val="A9BCD0"/>
                          </a:solidFill>
                        </a:rPr>
                        <a:t>n.a.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36,8%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err="1">
                          <a:solidFill>
                            <a:srgbClr val="A9BCD0"/>
                          </a:solidFill>
                        </a:rPr>
                        <a:t>n.a.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Alternative Sales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166%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37,0%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45,3%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FFFFFF"/>
                          </a:solidFill>
                        </a:rPr>
                        <a:t>+8,3 pp</a:t>
                      </a:r>
                    </a:p>
                  </a:txBody>
                  <a:tcPr marL="45720" marR="45720" marT="9144" marB="9144" anchor="ctr">
                    <a:solidFill>
                      <a:srgbClr val="11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22,2%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26,9%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</a:rPr>
                        <a:t>+4,7 pp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40233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1">
                <a:solidFill>
                  <a:srgbClr val="A9BCD0"/>
                </a:solidFill>
              </a:rPr>
              <a:t>Margin = backlog gross margin (STD) by channel, ERP channel report. Total = volume-weighted. Site Cali has no PY base.</a:t>
            </a:r>
          </a:p>
        </p:txBody>
      </p:sp>
      <p:sp>
        <p:nvSpPr>
          <p:cNvPr id="9" name="Insight"/>
          <p:cNvSpPr/>
          <p:nvPr/>
        </p:nvSpPr>
        <p:spPr>
          <a:xfrm>
            <a:off x="777240" y="5212080"/>
            <a:ext cx="10607040" cy="502920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21208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Margin improves in 4 of 5 groups with PY base (total 22,2% → 26,9%, +4,7 pp), while sales are at 92% of the Board budget.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D1AE-7B16-A37D-C3EE-6FD7CBF4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CB99A8E-D7CC-49D9-99BF-A9AB3E88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sz="2000" b="1" dirty="0">
                <a:solidFill>
                  <a:srgbClr val="061530"/>
                </a:solidFill>
              </a:rPr>
              <a:t>HIGHLIGHTS </a:t>
            </a:r>
            <a:r>
              <a:rPr lang="es-MX" sz="2000" b="1" dirty="0">
                <a:solidFill>
                  <a:srgbClr val="061530"/>
                </a:solidFill>
              </a:rPr>
              <a:t>October </a:t>
            </a:r>
            <a:r>
              <a:rPr sz="2000" b="1" dirty="0">
                <a:solidFill>
                  <a:srgbClr val="061530"/>
                </a:solidFill>
              </a:rPr>
              <a:t>– COMMERCIAL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0A79A18-43B8-5746-D19D-C6F367FFF3C0}"/>
              </a:ext>
            </a:extLst>
          </p:cNvPr>
          <p:cNvSpPr txBox="1"/>
          <p:nvPr/>
        </p:nvSpPr>
        <p:spPr>
          <a:xfrm>
            <a:off x="1106424" y="94183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4990"/>
                </a:solidFill>
              </a:rPr>
              <a:t>Commercial activity, market development and milestones of the month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EE6B9C2-8153-C1AB-BA82-F564D8312EF7}"/>
              </a:ext>
            </a:extLst>
          </p:cNvPr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14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" name="KPI Customer visits">
            <a:extLst>
              <a:ext uri="{FF2B5EF4-FFF2-40B4-BE49-F238E27FC236}">
                <a16:creationId xmlns:a16="http://schemas.microsoft.com/office/drawing/2014/main" id="{4F1D475A-D66C-E97F-41A1-D700ACBD0EFB}"/>
              </a:ext>
            </a:extLst>
          </p:cNvPr>
          <p:cNvSpPr/>
          <p:nvPr/>
        </p:nvSpPr>
        <p:spPr>
          <a:xfrm>
            <a:off x="777240" y="1444752"/>
            <a:ext cx="2011680" cy="854555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CE98C-53B7-DF75-333E-26C85D479FD0}"/>
              </a:ext>
            </a:extLst>
          </p:cNvPr>
          <p:cNvSpPr txBox="1"/>
          <p:nvPr/>
        </p:nvSpPr>
        <p:spPr>
          <a:xfrm>
            <a:off x="914400" y="1516714"/>
            <a:ext cx="173736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CUSTOMER VISITS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0348E-FAE3-BD1D-7307-440B8DC71836}"/>
              </a:ext>
            </a:extLst>
          </p:cNvPr>
          <p:cNvSpPr txBox="1"/>
          <p:nvPr/>
        </p:nvSpPr>
        <p:spPr>
          <a:xfrm>
            <a:off x="914400" y="1733584"/>
            <a:ext cx="173736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2</a:t>
            </a:r>
            <a:r>
              <a:rPr lang="es-MX" sz="2150" b="1" dirty="0">
                <a:solidFill>
                  <a:srgbClr val="FFFFFF"/>
                </a:solidFill>
              </a:rPr>
              <a:t>58</a:t>
            </a:r>
            <a:endParaRPr sz="2150" b="1" i="0" dirty="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C0E2E-5E81-CF02-0F66-2A454BF04A55}"/>
              </a:ext>
            </a:extLst>
          </p:cNvPr>
          <p:cNvSpPr txBox="1"/>
          <p:nvPr/>
        </p:nvSpPr>
        <p:spPr>
          <a:xfrm>
            <a:off x="914400" y="2029447"/>
            <a:ext cx="1737360" cy="21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A9BCD0"/>
                </a:solidFill>
              </a:rPr>
              <a:t>field coverage</a:t>
            </a:r>
          </a:p>
        </p:txBody>
      </p:sp>
      <p:sp>
        <p:nvSpPr>
          <p:cNvPr id="10" name="KPI New clients">
            <a:extLst>
              <a:ext uri="{FF2B5EF4-FFF2-40B4-BE49-F238E27FC236}">
                <a16:creationId xmlns:a16="http://schemas.microsoft.com/office/drawing/2014/main" id="{E1E14458-9E87-02F6-4CAE-B9B604896641}"/>
              </a:ext>
            </a:extLst>
          </p:cNvPr>
          <p:cNvSpPr/>
          <p:nvPr/>
        </p:nvSpPr>
        <p:spPr>
          <a:xfrm>
            <a:off x="2926080" y="1444752"/>
            <a:ext cx="2011680" cy="854555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6C8B9-9A42-E4EC-6256-BC295EA21FEA}"/>
              </a:ext>
            </a:extLst>
          </p:cNvPr>
          <p:cNvSpPr txBox="1"/>
          <p:nvPr/>
        </p:nvSpPr>
        <p:spPr>
          <a:xfrm>
            <a:off x="3063240" y="1516714"/>
            <a:ext cx="173736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NEW CLIENTS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585CB-B089-60BF-4E6F-1511B0E2C2F2}"/>
              </a:ext>
            </a:extLst>
          </p:cNvPr>
          <p:cNvSpPr txBox="1"/>
          <p:nvPr/>
        </p:nvSpPr>
        <p:spPr>
          <a:xfrm>
            <a:off x="3063240" y="1733584"/>
            <a:ext cx="173736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2150" b="1" dirty="0">
                <a:solidFill>
                  <a:srgbClr val="FFFFFF"/>
                </a:solidFill>
              </a:rPr>
              <a:t>52</a:t>
            </a:r>
            <a:endParaRPr sz="2150" b="1" i="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860DD-4BBB-F629-4572-72A1349C22D2}"/>
              </a:ext>
            </a:extLst>
          </p:cNvPr>
          <p:cNvSpPr txBox="1"/>
          <p:nvPr/>
        </p:nvSpPr>
        <p:spPr>
          <a:xfrm>
            <a:off x="3063240" y="2029447"/>
            <a:ext cx="17373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950" b="1" dirty="0">
                <a:solidFill>
                  <a:srgbClr val="00EDB6"/>
                </a:solidFill>
              </a:rPr>
              <a:t>18.1</a:t>
            </a:r>
            <a:r>
              <a:rPr sz="950" b="1" i="0" dirty="0">
                <a:solidFill>
                  <a:srgbClr val="00EDB6"/>
                </a:solidFill>
              </a:rPr>
              <a:t> m² · USD </a:t>
            </a:r>
            <a:r>
              <a:rPr lang="es-MX" sz="950" b="1">
                <a:solidFill>
                  <a:srgbClr val="00EDB6"/>
                </a:solidFill>
              </a:rPr>
              <a:t>551.907</a:t>
            </a:r>
            <a:endParaRPr sz="950" b="1" i="0">
              <a:solidFill>
                <a:srgbClr val="00EDB6"/>
              </a:solidFill>
            </a:endParaRPr>
          </a:p>
        </p:txBody>
      </p:sp>
      <p:sp>
        <p:nvSpPr>
          <p:cNvPr id="14" name="KPI People trained">
            <a:extLst>
              <a:ext uri="{FF2B5EF4-FFF2-40B4-BE49-F238E27FC236}">
                <a16:creationId xmlns:a16="http://schemas.microsoft.com/office/drawing/2014/main" id="{E13F1E99-8FF8-F67A-5459-0DADEF036486}"/>
              </a:ext>
            </a:extLst>
          </p:cNvPr>
          <p:cNvSpPr/>
          <p:nvPr/>
        </p:nvSpPr>
        <p:spPr>
          <a:xfrm>
            <a:off x="5074920" y="1444752"/>
            <a:ext cx="2011680" cy="854555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1F8C2-9896-32A7-1389-71EE2928376B}"/>
              </a:ext>
            </a:extLst>
          </p:cNvPr>
          <p:cNvSpPr txBox="1"/>
          <p:nvPr/>
        </p:nvSpPr>
        <p:spPr>
          <a:xfrm>
            <a:off x="5212080" y="1516714"/>
            <a:ext cx="17373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850" b="1">
                <a:solidFill>
                  <a:srgbClr val="F8F2E7"/>
                </a:solidFill>
              </a:rPr>
              <a:t>IMP M" Lost with competition</a:t>
            </a:r>
            <a:endParaRPr sz="850" b="1" i="0">
              <a:solidFill>
                <a:srgbClr val="F8F2E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A33009-081C-D5BC-1BF7-F3B5C7C5F27A}"/>
              </a:ext>
            </a:extLst>
          </p:cNvPr>
          <p:cNvSpPr txBox="1"/>
          <p:nvPr/>
        </p:nvSpPr>
        <p:spPr>
          <a:xfrm>
            <a:off x="5212080" y="1637404"/>
            <a:ext cx="17373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45K </a:t>
            </a:r>
            <a:r>
              <a:rPr lang="en-US" sz="1600" b="1" dirty="0">
                <a:solidFill>
                  <a:srgbClr val="FF0000"/>
                </a:solidFill>
              </a:rPr>
              <a:t>(26K OC, 21K Colo)</a:t>
            </a:r>
            <a:endParaRPr lang="en-US" sz="1600" b="1" i="0" dirty="0">
              <a:solidFill>
                <a:srgbClr val="FF0000"/>
              </a:solidFill>
            </a:endParaRPr>
          </a:p>
        </p:txBody>
      </p:sp>
      <p:sp>
        <p:nvSpPr>
          <p:cNvPr id="18" name="KPI Trade shows">
            <a:extLst>
              <a:ext uri="{FF2B5EF4-FFF2-40B4-BE49-F238E27FC236}">
                <a16:creationId xmlns:a16="http://schemas.microsoft.com/office/drawing/2014/main" id="{E476E26F-921E-C4F0-D441-4B9C3DCF56CE}"/>
              </a:ext>
            </a:extLst>
          </p:cNvPr>
          <p:cNvSpPr/>
          <p:nvPr/>
        </p:nvSpPr>
        <p:spPr>
          <a:xfrm>
            <a:off x="7223760" y="1444752"/>
            <a:ext cx="2011680" cy="854555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F7191-44B1-E839-E717-D6E37E3D581D}"/>
              </a:ext>
            </a:extLst>
          </p:cNvPr>
          <p:cNvSpPr txBox="1"/>
          <p:nvPr/>
        </p:nvSpPr>
        <p:spPr>
          <a:xfrm>
            <a:off x="7360920" y="1516714"/>
            <a:ext cx="17373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850" b="1">
                <a:solidFill>
                  <a:srgbClr val="F8F2E7"/>
                </a:solidFill>
              </a:rPr>
              <a:t>Quotes IMP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4F03E3-3B02-EC9D-FE37-18C1ADFCF57C}"/>
              </a:ext>
            </a:extLst>
          </p:cNvPr>
          <p:cNvSpPr txBox="1"/>
          <p:nvPr/>
        </p:nvSpPr>
        <p:spPr>
          <a:xfrm>
            <a:off x="7360920" y="1733584"/>
            <a:ext cx="173736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150" b="1" dirty="0">
                <a:solidFill>
                  <a:srgbClr val="FFFFFF"/>
                </a:solidFill>
              </a:rPr>
              <a:t>357|37,592M </a:t>
            </a:r>
            <a:endParaRPr lang="en-US" sz="2150" b="1" i="0" dirty="0">
              <a:solidFill>
                <a:srgbClr val="FFFFFF"/>
              </a:solidFill>
            </a:endParaRPr>
          </a:p>
        </p:txBody>
      </p:sp>
      <p:sp>
        <p:nvSpPr>
          <p:cNvPr id="22" name="KPI m² specified">
            <a:extLst>
              <a:ext uri="{FF2B5EF4-FFF2-40B4-BE49-F238E27FC236}">
                <a16:creationId xmlns:a16="http://schemas.microsoft.com/office/drawing/2014/main" id="{8EC6D15C-C810-4942-E7D5-A9B7A4968098}"/>
              </a:ext>
            </a:extLst>
          </p:cNvPr>
          <p:cNvSpPr/>
          <p:nvPr/>
        </p:nvSpPr>
        <p:spPr>
          <a:xfrm>
            <a:off x="9372600" y="1444752"/>
            <a:ext cx="2011680" cy="854555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F7DE8E-6734-26E7-82FD-75BB22D682A9}"/>
              </a:ext>
            </a:extLst>
          </p:cNvPr>
          <p:cNvSpPr txBox="1"/>
          <p:nvPr/>
        </p:nvSpPr>
        <p:spPr>
          <a:xfrm>
            <a:off x="9509760" y="1516714"/>
            <a:ext cx="1737360" cy="224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8F2E7"/>
                </a:solidFill>
              </a:rPr>
              <a:t>M² SPECIFIED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3E250-C215-974D-F38F-49C090871021}"/>
              </a:ext>
            </a:extLst>
          </p:cNvPr>
          <p:cNvSpPr txBox="1"/>
          <p:nvPr/>
        </p:nvSpPr>
        <p:spPr>
          <a:xfrm>
            <a:off x="9509760" y="1733584"/>
            <a:ext cx="1737360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50" b="1" i="0" dirty="0">
                <a:solidFill>
                  <a:srgbClr val="FFFFFF"/>
                </a:solidFill>
              </a:rPr>
              <a:t>1</a:t>
            </a:r>
            <a:r>
              <a:rPr lang="es-MX" sz="2150" b="1" i="0" dirty="0">
                <a:solidFill>
                  <a:srgbClr val="FFFFFF"/>
                </a:solidFill>
              </a:rPr>
              <a:t>22.</a:t>
            </a:r>
            <a:r>
              <a:rPr lang="es-MX" sz="2150" b="1" dirty="0">
                <a:solidFill>
                  <a:srgbClr val="FFFFFF"/>
                </a:solidFill>
              </a:rPr>
              <a:t>241M2</a:t>
            </a:r>
            <a:endParaRPr sz="215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824FC0-DF51-346B-FC88-A7C14B974BE4}"/>
              </a:ext>
            </a:extLst>
          </p:cNvPr>
          <p:cNvSpPr txBox="1"/>
          <p:nvPr/>
        </p:nvSpPr>
        <p:spPr>
          <a:xfrm>
            <a:off x="9509760" y="2029447"/>
            <a:ext cx="17373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00EDB6"/>
                </a:solidFill>
              </a:rPr>
              <a:t>+ </a:t>
            </a:r>
            <a:r>
              <a:rPr lang="es-MX" sz="950" b="1" dirty="0">
                <a:solidFill>
                  <a:srgbClr val="00EDB6"/>
                </a:solidFill>
              </a:rPr>
              <a:t>10</a:t>
            </a:r>
            <a:r>
              <a:rPr sz="950" b="1" i="0" dirty="0">
                <a:solidFill>
                  <a:srgbClr val="00EDB6"/>
                </a:solidFill>
              </a:rPr>
              <a:t>.</a:t>
            </a:r>
            <a:r>
              <a:rPr lang="es-MX" sz="950" b="1" i="0" dirty="0">
                <a:solidFill>
                  <a:srgbClr val="00EDB6"/>
                </a:solidFill>
              </a:rPr>
              <a:t>998</a:t>
            </a:r>
            <a:r>
              <a:rPr sz="950" b="1" i="0" dirty="0">
                <a:solidFill>
                  <a:srgbClr val="00EDB6"/>
                </a:solidFill>
              </a:rPr>
              <a:t> m² architectural</a:t>
            </a:r>
          </a:p>
        </p:txBody>
      </p:sp>
      <p:sp>
        <p:nvSpPr>
          <p:cNvPr id="26" name="Milestone 1">
            <a:extLst>
              <a:ext uri="{FF2B5EF4-FFF2-40B4-BE49-F238E27FC236}">
                <a16:creationId xmlns:a16="http://schemas.microsoft.com/office/drawing/2014/main" id="{95CE3C37-C53B-817C-8E50-7FF0F546C34F}"/>
              </a:ext>
            </a:extLst>
          </p:cNvPr>
          <p:cNvSpPr/>
          <p:nvPr/>
        </p:nvSpPr>
        <p:spPr>
          <a:xfrm>
            <a:off x="777240" y="2461222"/>
            <a:ext cx="2514600" cy="3373243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57AF19-A431-6F56-BC81-048EA4E6F869}"/>
              </a:ext>
            </a:extLst>
          </p:cNvPr>
          <p:cNvSpPr txBox="1"/>
          <p:nvPr/>
        </p:nvSpPr>
        <p:spPr>
          <a:xfrm>
            <a:off x="914400" y="3945449"/>
            <a:ext cx="2240280" cy="197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0EDB6"/>
                </a:solidFill>
              </a:rPr>
              <a:t>MARKET DEVELOPMENT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CD045C-EE26-27A1-A469-351BF3102BF7}"/>
              </a:ext>
            </a:extLst>
          </p:cNvPr>
          <p:cNvSpPr txBox="1"/>
          <p:nvPr/>
        </p:nvSpPr>
        <p:spPr>
          <a:xfrm>
            <a:off x="914400" y="4152342"/>
            <a:ext cx="2240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100" b="1" dirty="0" err="1">
                <a:solidFill>
                  <a:srgbClr val="FFFFFF"/>
                </a:solidFill>
              </a:rPr>
              <a:t>Envolum</a:t>
            </a:r>
            <a:r>
              <a:rPr lang="es-CO" sz="1100" b="1" dirty="0">
                <a:solidFill>
                  <a:srgbClr val="FFFFFF"/>
                </a:solidFill>
              </a:rPr>
              <a:t> Summit 2026 – Medellín</a:t>
            </a:r>
            <a:endParaRPr lang="es-CO" sz="1100" dirty="0">
              <a:solidFill>
                <a:srgbClr val="FFFF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57D22A-4C50-E862-A51C-3D38FFEAFD3D}"/>
              </a:ext>
            </a:extLst>
          </p:cNvPr>
          <p:cNvSpPr txBox="1"/>
          <p:nvPr/>
        </p:nvSpPr>
        <p:spPr>
          <a:xfrm>
            <a:off x="950976" y="4418772"/>
            <a:ext cx="22402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s-CO" sz="900" dirty="0" err="1">
                <a:solidFill>
                  <a:srgbClr val="FFFFFF"/>
                </a:solidFill>
              </a:rPr>
              <a:t>We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participated</a:t>
            </a:r>
            <a:r>
              <a:rPr lang="es-CO" sz="900" dirty="0">
                <a:solidFill>
                  <a:srgbClr val="FFFFFF"/>
                </a:solidFill>
              </a:rPr>
              <a:t> in </a:t>
            </a:r>
            <a:r>
              <a:rPr lang="es-CO" sz="900" dirty="0" err="1">
                <a:solidFill>
                  <a:srgbClr val="FFFFFF"/>
                </a:solidFill>
              </a:rPr>
              <a:t>Envolum</a:t>
            </a:r>
            <a:r>
              <a:rPr lang="es-CO" sz="900" dirty="0">
                <a:solidFill>
                  <a:srgbClr val="FFFFFF"/>
                </a:solidFill>
              </a:rPr>
              <a:t> Summit 2026 in Medellín </a:t>
            </a:r>
            <a:r>
              <a:rPr lang="es-CO" sz="900" dirty="0" err="1">
                <a:solidFill>
                  <a:srgbClr val="FFFFFF"/>
                </a:solidFill>
              </a:rPr>
              <a:t>to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identify</a:t>
            </a:r>
            <a:r>
              <a:rPr lang="es-CO" sz="900" dirty="0">
                <a:solidFill>
                  <a:srgbClr val="FFFFFF"/>
                </a:solidFill>
              </a:rPr>
              <a:t> new </a:t>
            </a:r>
            <a:r>
              <a:rPr lang="es-CO" sz="900" dirty="0" err="1">
                <a:solidFill>
                  <a:srgbClr val="FFFFFF"/>
                </a:solidFill>
              </a:rPr>
              <a:t>business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opportunities</a:t>
            </a:r>
            <a:r>
              <a:rPr lang="es-CO" sz="900" dirty="0">
                <a:solidFill>
                  <a:srgbClr val="FFFFFF"/>
                </a:solidFill>
              </a:rPr>
              <a:t>, </a:t>
            </a:r>
            <a:r>
              <a:rPr lang="es-CO" sz="900" dirty="0" err="1">
                <a:solidFill>
                  <a:srgbClr val="FFFFFF"/>
                </a:solidFill>
              </a:rPr>
              <a:t>attract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potential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customers</a:t>
            </a:r>
            <a:r>
              <a:rPr lang="es-CO" sz="900" dirty="0">
                <a:solidFill>
                  <a:srgbClr val="FFFFFF"/>
                </a:solidFill>
              </a:rPr>
              <a:t>, </a:t>
            </a:r>
            <a:r>
              <a:rPr lang="es-CO" sz="900" dirty="0" err="1">
                <a:solidFill>
                  <a:srgbClr val="FFFFFF"/>
                </a:solidFill>
              </a:rPr>
              <a:t>strengthen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strategic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relationships</a:t>
            </a:r>
            <a:r>
              <a:rPr lang="es-CO" sz="900" dirty="0">
                <a:solidFill>
                  <a:srgbClr val="FFFFFF"/>
                </a:solidFill>
              </a:rPr>
              <a:t>, and continue </a:t>
            </a:r>
            <a:r>
              <a:rPr lang="es-CO" sz="900" dirty="0" err="1">
                <a:solidFill>
                  <a:srgbClr val="FFFFFF"/>
                </a:solidFill>
              </a:rPr>
              <a:t>enhancing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our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brand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positioning</a:t>
            </a:r>
            <a:r>
              <a:rPr lang="es-CO" sz="900" dirty="0">
                <a:solidFill>
                  <a:srgbClr val="FFFFFF"/>
                </a:solidFill>
              </a:rPr>
              <a:t> in </a:t>
            </a:r>
            <a:r>
              <a:rPr lang="es-CO" sz="900" dirty="0" err="1">
                <a:solidFill>
                  <a:srgbClr val="FFFFFF"/>
                </a:solidFill>
              </a:rPr>
              <a:t>the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market</a:t>
            </a:r>
            <a:r>
              <a:rPr lang="es-CO" sz="9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32" name="Milestone 2">
            <a:extLst>
              <a:ext uri="{FF2B5EF4-FFF2-40B4-BE49-F238E27FC236}">
                <a16:creationId xmlns:a16="http://schemas.microsoft.com/office/drawing/2014/main" id="{C18810CD-F4F7-72CC-14A7-A3925A5BAA7F}"/>
              </a:ext>
            </a:extLst>
          </p:cNvPr>
          <p:cNvSpPr/>
          <p:nvPr/>
        </p:nvSpPr>
        <p:spPr>
          <a:xfrm>
            <a:off x="3474720" y="2461222"/>
            <a:ext cx="2514600" cy="3373243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F84AAD-95FA-79BD-067F-8F21E97164F1}"/>
              </a:ext>
            </a:extLst>
          </p:cNvPr>
          <p:cNvSpPr txBox="1"/>
          <p:nvPr/>
        </p:nvSpPr>
        <p:spPr>
          <a:xfrm>
            <a:off x="3611880" y="3945449"/>
            <a:ext cx="2240280" cy="197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rgbClr val="00EDB6"/>
                </a:solidFill>
              </a:rPr>
              <a:t>CUSTOMER TRAINING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7148E2-42CF-81B4-CCB6-9055A4A15058}"/>
              </a:ext>
            </a:extLst>
          </p:cNvPr>
          <p:cNvSpPr txBox="1"/>
          <p:nvPr/>
        </p:nvSpPr>
        <p:spPr>
          <a:xfrm>
            <a:off x="3648456" y="4105032"/>
            <a:ext cx="2240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</a:rPr>
              <a:t>P</a:t>
            </a:r>
            <a:r>
              <a:rPr sz="1100" b="1" i="0" dirty="0" err="1">
                <a:solidFill>
                  <a:srgbClr val="FFFFFF"/>
                </a:solidFill>
              </a:rPr>
              <a:t>ortfolio</a:t>
            </a:r>
            <a:r>
              <a:rPr sz="1100" b="1" i="0" dirty="0">
                <a:solidFill>
                  <a:srgbClr val="FFFFFF"/>
                </a:solidFill>
              </a:rPr>
              <a:t> 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005F0E-075F-3374-9F24-B532C212BA2A}"/>
              </a:ext>
            </a:extLst>
          </p:cNvPr>
          <p:cNvSpPr txBox="1"/>
          <p:nvPr/>
        </p:nvSpPr>
        <p:spPr>
          <a:xfrm>
            <a:off x="3611879" y="4405275"/>
            <a:ext cx="224028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F8F2E7"/>
                </a:solidFill>
              </a:rPr>
              <a:t>Training for clients and on the general / cold storage portfolio (1</a:t>
            </a:r>
            <a:r>
              <a:rPr lang="es-MX" sz="900" dirty="0">
                <a:solidFill>
                  <a:srgbClr val="F8F2E7"/>
                </a:solidFill>
              </a:rPr>
              <a:t>46</a:t>
            </a:r>
            <a:r>
              <a:rPr sz="900" b="0" i="0" dirty="0">
                <a:solidFill>
                  <a:srgbClr val="F8F2E7"/>
                </a:solidFill>
              </a:rPr>
              <a:t>people).</a:t>
            </a:r>
            <a:endParaRPr lang="es-MX" sz="900" b="0" i="0" dirty="0">
              <a:solidFill>
                <a:srgbClr val="F8F2E7"/>
              </a:solidFill>
            </a:endParaRPr>
          </a:p>
          <a:p>
            <a:pPr algn="l"/>
            <a:endParaRPr lang="es-CO" sz="900" dirty="0">
              <a:solidFill>
                <a:srgbClr val="FFFFFF"/>
              </a:solidFill>
            </a:endParaRPr>
          </a:p>
          <a:p>
            <a:r>
              <a:rPr lang="es-CO" sz="900" dirty="0" err="1">
                <a:solidFill>
                  <a:srgbClr val="FFFFFF"/>
                </a:solidFill>
              </a:rPr>
              <a:t>Strengthening</a:t>
            </a:r>
            <a:r>
              <a:rPr lang="es-CO" sz="900" dirty="0">
                <a:solidFill>
                  <a:srgbClr val="FFFFFF"/>
                </a:solidFill>
              </a:rPr>
              <a:t> and </a:t>
            </a:r>
            <a:r>
              <a:rPr lang="es-CO" sz="900" dirty="0" err="1">
                <a:solidFill>
                  <a:srgbClr val="FFFFFF"/>
                </a:solidFill>
              </a:rPr>
              <a:t>diversifying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our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customer</a:t>
            </a:r>
            <a:r>
              <a:rPr lang="es-CO" sz="900" dirty="0">
                <a:solidFill>
                  <a:srgbClr val="FFFFFF"/>
                </a:solidFill>
              </a:rPr>
              <a:t> portfolio, </a:t>
            </a:r>
            <a:r>
              <a:rPr lang="es-CO" sz="900" dirty="0" err="1">
                <a:solidFill>
                  <a:srgbClr val="FFFFFF"/>
                </a:solidFill>
              </a:rPr>
              <a:t>generating</a:t>
            </a:r>
            <a:r>
              <a:rPr lang="es-CO" sz="900" dirty="0">
                <a:solidFill>
                  <a:srgbClr val="FFFFFF"/>
                </a:solidFill>
              </a:rPr>
              <a:t> new </a:t>
            </a:r>
            <a:r>
              <a:rPr lang="es-CO" sz="900" dirty="0" err="1">
                <a:solidFill>
                  <a:srgbClr val="FFFFFF"/>
                </a:solidFill>
              </a:rPr>
              <a:t>business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opportunities</a:t>
            </a:r>
            <a:r>
              <a:rPr lang="es-CO" sz="900" dirty="0">
                <a:solidFill>
                  <a:srgbClr val="FFFFFF"/>
                </a:solidFill>
              </a:rPr>
              <a:t> and </a:t>
            </a:r>
            <a:r>
              <a:rPr lang="es-CO" sz="900" dirty="0" err="1">
                <a:solidFill>
                  <a:srgbClr val="FFFFFF"/>
                </a:solidFill>
              </a:rPr>
              <a:t>expanding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our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market</a:t>
            </a:r>
            <a:r>
              <a:rPr lang="es-CO" sz="900" dirty="0">
                <a:solidFill>
                  <a:srgbClr val="FFFFFF"/>
                </a:solidFill>
              </a:rPr>
              <a:t> </a:t>
            </a:r>
            <a:r>
              <a:rPr lang="es-CO" sz="900" dirty="0" err="1">
                <a:solidFill>
                  <a:srgbClr val="FFFFFF"/>
                </a:solidFill>
              </a:rPr>
              <a:t>presence</a:t>
            </a:r>
            <a:endParaRPr sz="900" b="0" i="0" dirty="0">
              <a:solidFill>
                <a:srgbClr val="FFFFFF"/>
              </a:solidFill>
            </a:endParaRPr>
          </a:p>
        </p:txBody>
      </p:sp>
      <p:sp>
        <p:nvSpPr>
          <p:cNvPr id="38" name="Milestone 3">
            <a:extLst>
              <a:ext uri="{FF2B5EF4-FFF2-40B4-BE49-F238E27FC236}">
                <a16:creationId xmlns:a16="http://schemas.microsoft.com/office/drawing/2014/main" id="{FCC7217F-C1D2-E41B-9680-DE6D70E13727}"/>
              </a:ext>
            </a:extLst>
          </p:cNvPr>
          <p:cNvSpPr/>
          <p:nvPr/>
        </p:nvSpPr>
        <p:spPr>
          <a:xfrm>
            <a:off x="6172200" y="2461222"/>
            <a:ext cx="2514600" cy="3373243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DD78C8-95AF-E289-146F-D8846306B4F3}"/>
              </a:ext>
            </a:extLst>
          </p:cNvPr>
          <p:cNvSpPr txBox="1"/>
          <p:nvPr/>
        </p:nvSpPr>
        <p:spPr>
          <a:xfrm>
            <a:off x="6309360" y="3945449"/>
            <a:ext cx="22402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0EDB6"/>
                </a:solidFill>
              </a:rPr>
              <a:t>FEATURED </a:t>
            </a:r>
            <a:r>
              <a:rPr lang="en-US" sz="800" b="1">
                <a:solidFill>
                  <a:srgbClr val="00EDB6"/>
                </a:solidFill>
              </a:rPr>
              <a:t>PROJECTS</a:t>
            </a:r>
            <a:endParaRPr sz="800" b="1" i="0">
              <a:solidFill>
                <a:srgbClr val="00EDB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731C20-29B1-96F8-90D9-CB70EAD5BA08}"/>
              </a:ext>
            </a:extLst>
          </p:cNvPr>
          <p:cNvSpPr txBox="1"/>
          <p:nvPr/>
        </p:nvSpPr>
        <p:spPr>
          <a:xfrm>
            <a:off x="6309360" y="4077474"/>
            <a:ext cx="2240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100" b="1" dirty="0" err="1">
                <a:solidFill>
                  <a:schemeClr val="bg1"/>
                </a:solidFill>
              </a:rPr>
              <a:t>Emergent</a:t>
            </a:r>
            <a:r>
              <a:rPr lang="es-CO" sz="1100" b="1" dirty="0">
                <a:solidFill>
                  <a:schemeClr val="bg1"/>
                </a:solidFill>
              </a:rPr>
              <a:t> </a:t>
            </a:r>
            <a:r>
              <a:rPr lang="es-CO" sz="1100" b="1" dirty="0" err="1">
                <a:solidFill>
                  <a:schemeClr val="bg1"/>
                </a:solidFill>
              </a:rPr>
              <a:t>Cold</a:t>
            </a:r>
            <a:r>
              <a:rPr lang="es-CO" sz="1100" b="1" dirty="0">
                <a:solidFill>
                  <a:schemeClr val="bg1"/>
                </a:solidFill>
              </a:rPr>
              <a:t> Cali – Cubic 33 | +8,000 m²</a:t>
            </a:r>
            <a:endParaRPr lang="es-CO" sz="11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2E1EB4-7434-655F-8D66-6F1FA94A6ED6}"/>
              </a:ext>
            </a:extLst>
          </p:cNvPr>
          <p:cNvSpPr txBox="1"/>
          <p:nvPr/>
        </p:nvSpPr>
        <p:spPr>
          <a:xfrm>
            <a:off x="6268578" y="4405541"/>
            <a:ext cx="2354214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900" dirty="0" err="1">
                <a:solidFill>
                  <a:schemeClr val="bg1"/>
                </a:solidFill>
              </a:rPr>
              <a:t>Supply</a:t>
            </a:r>
            <a:r>
              <a:rPr lang="es-CO" sz="900" dirty="0">
                <a:solidFill>
                  <a:schemeClr val="bg1"/>
                </a:solidFill>
              </a:rPr>
              <a:t> and </a:t>
            </a:r>
            <a:r>
              <a:rPr lang="es-CO" sz="900" dirty="0" err="1">
                <a:solidFill>
                  <a:schemeClr val="bg1"/>
                </a:solidFill>
              </a:rPr>
              <a:t>installation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of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over</a:t>
            </a:r>
            <a:r>
              <a:rPr lang="es-CO" sz="900" dirty="0">
                <a:solidFill>
                  <a:schemeClr val="bg1"/>
                </a:solidFill>
              </a:rPr>
              <a:t> 8,000 m² </a:t>
            </a:r>
            <a:r>
              <a:rPr lang="es-CO" sz="900" dirty="0" err="1">
                <a:solidFill>
                  <a:schemeClr val="bg1"/>
                </a:solidFill>
              </a:rPr>
              <a:t>of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Kingfrigo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panels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for</a:t>
            </a:r>
            <a:r>
              <a:rPr lang="es-CO" sz="900" dirty="0">
                <a:solidFill>
                  <a:schemeClr val="bg1"/>
                </a:solidFill>
              </a:rPr>
              <a:t> a </a:t>
            </a:r>
            <a:r>
              <a:rPr lang="es-CO" sz="900" dirty="0" err="1">
                <a:solidFill>
                  <a:schemeClr val="bg1"/>
                </a:solidFill>
              </a:rPr>
              <a:t>cold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storage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facility</a:t>
            </a:r>
            <a:r>
              <a:rPr lang="es-CO" sz="900" dirty="0">
                <a:solidFill>
                  <a:schemeClr val="bg1"/>
                </a:solidFill>
              </a:rPr>
              <a:t>, </a:t>
            </a:r>
            <a:r>
              <a:rPr lang="es-CO" sz="900" dirty="0" err="1">
                <a:solidFill>
                  <a:schemeClr val="bg1"/>
                </a:solidFill>
              </a:rPr>
              <a:t>with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building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heights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of</a:t>
            </a:r>
            <a:r>
              <a:rPr lang="es-CO" sz="900" dirty="0">
                <a:solidFill>
                  <a:schemeClr val="bg1"/>
                </a:solidFill>
              </a:rPr>
              <a:t> 16 and 18 </a:t>
            </a:r>
            <a:r>
              <a:rPr lang="es-CO" sz="900" dirty="0" err="1">
                <a:solidFill>
                  <a:schemeClr val="bg1"/>
                </a:solidFill>
              </a:rPr>
              <a:t>meters</a:t>
            </a:r>
            <a:r>
              <a:rPr lang="es-CO" sz="900" dirty="0">
                <a:solidFill>
                  <a:schemeClr val="bg1"/>
                </a:solidFill>
              </a:rPr>
              <a:t>, </a:t>
            </a:r>
            <a:r>
              <a:rPr lang="es-CO" sz="900" dirty="0" err="1">
                <a:solidFill>
                  <a:schemeClr val="bg1"/>
                </a:solidFill>
              </a:rPr>
              <a:t>including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on</a:t>
            </a:r>
            <a:r>
              <a:rPr lang="es-CO" sz="900" dirty="0">
                <a:solidFill>
                  <a:schemeClr val="bg1"/>
                </a:solidFill>
              </a:rPr>
              <a:t>-site </a:t>
            </a:r>
            <a:r>
              <a:rPr lang="es-CO" sz="900" dirty="0" err="1">
                <a:solidFill>
                  <a:schemeClr val="bg1"/>
                </a:solidFill>
              </a:rPr>
              <a:t>supervision</a:t>
            </a:r>
            <a:r>
              <a:rPr lang="es-CO" sz="900" dirty="0">
                <a:solidFill>
                  <a:schemeClr val="bg1"/>
                </a:solidFill>
              </a:rPr>
              <a:t> and </a:t>
            </a:r>
            <a:r>
              <a:rPr lang="es-CO" sz="900" dirty="0" err="1">
                <a:solidFill>
                  <a:schemeClr val="bg1"/>
                </a:solidFill>
              </a:rPr>
              <a:t>installation</a:t>
            </a:r>
            <a:r>
              <a:rPr lang="es-CO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38E427-FBDB-1577-FF5B-3C420C699581}"/>
              </a:ext>
            </a:extLst>
          </p:cNvPr>
          <p:cNvSpPr txBox="1"/>
          <p:nvPr/>
        </p:nvSpPr>
        <p:spPr>
          <a:xfrm>
            <a:off x="6327648" y="5189252"/>
            <a:ext cx="2240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900" dirty="0" err="1">
                <a:solidFill>
                  <a:schemeClr val="bg1"/>
                </a:solidFill>
              </a:rPr>
              <a:t>Strengthening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our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relationship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with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Emergent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Cold</a:t>
            </a:r>
            <a:r>
              <a:rPr lang="es-CO" sz="900" dirty="0">
                <a:solidFill>
                  <a:schemeClr val="bg1"/>
                </a:solidFill>
              </a:rPr>
              <a:t>, </a:t>
            </a:r>
            <a:r>
              <a:rPr lang="es-CO" sz="900" dirty="0" err="1">
                <a:solidFill>
                  <a:schemeClr val="bg1"/>
                </a:solidFill>
              </a:rPr>
              <a:t>creating</a:t>
            </a:r>
            <a:r>
              <a:rPr lang="es-CO" sz="900" dirty="0">
                <a:solidFill>
                  <a:schemeClr val="bg1"/>
                </a:solidFill>
              </a:rPr>
              <a:t> new </a:t>
            </a:r>
            <a:r>
              <a:rPr lang="es-CO" sz="900" dirty="0" err="1">
                <a:solidFill>
                  <a:schemeClr val="bg1"/>
                </a:solidFill>
              </a:rPr>
              <a:t>business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opportunities</a:t>
            </a:r>
            <a:r>
              <a:rPr lang="es-CO" sz="900" dirty="0">
                <a:solidFill>
                  <a:schemeClr val="bg1"/>
                </a:solidFill>
              </a:rPr>
              <a:t> as </a:t>
            </a:r>
            <a:r>
              <a:rPr lang="es-CO" sz="900" dirty="0" err="1">
                <a:solidFill>
                  <a:schemeClr val="bg1"/>
                </a:solidFill>
              </a:rPr>
              <a:t>the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company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expands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across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the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region</a:t>
            </a:r>
            <a:r>
              <a:rPr lang="es-CO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4" name="Milestone 4">
            <a:extLst>
              <a:ext uri="{FF2B5EF4-FFF2-40B4-BE49-F238E27FC236}">
                <a16:creationId xmlns:a16="http://schemas.microsoft.com/office/drawing/2014/main" id="{6FFCF613-2D71-A645-917D-6C3CC3B96252}"/>
              </a:ext>
            </a:extLst>
          </p:cNvPr>
          <p:cNvSpPr/>
          <p:nvPr/>
        </p:nvSpPr>
        <p:spPr>
          <a:xfrm>
            <a:off x="8869680" y="2461222"/>
            <a:ext cx="2514600" cy="3373243"/>
          </a:xfrm>
          <a:prstGeom prst="roundRect">
            <a:avLst>
              <a:gd name="adj" fmla="val 8000"/>
            </a:avLst>
          </a:prstGeom>
          <a:solidFill>
            <a:srgbClr val="0E2A52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A4CCCE-CF4C-836D-3703-85595EF5176B}"/>
              </a:ext>
            </a:extLst>
          </p:cNvPr>
          <p:cNvSpPr txBox="1"/>
          <p:nvPr/>
        </p:nvSpPr>
        <p:spPr>
          <a:xfrm>
            <a:off x="9006840" y="3945449"/>
            <a:ext cx="2240280" cy="197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rgbClr val="00EDB6"/>
                </a:solidFill>
              </a:rPr>
              <a:t>FEATURED PROJECT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E14901-6EAA-83AD-60D7-7186C7A1861A}"/>
              </a:ext>
            </a:extLst>
          </p:cNvPr>
          <p:cNvSpPr txBox="1"/>
          <p:nvPr/>
        </p:nvSpPr>
        <p:spPr>
          <a:xfrm>
            <a:off x="9006840" y="4068560"/>
            <a:ext cx="2240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100" b="1" dirty="0">
                <a:solidFill>
                  <a:schemeClr val="bg1"/>
                </a:solidFill>
              </a:rPr>
              <a:t>Colombina – 3.000 m² | Valle del Cauca</a:t>
            </a:r>
            <a:endParaRPr lang="es-CO" sz="1100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19DC51-983F-700A-1E5D-19D501769910}"/>
              </a:ext>
            </a:extLst>
          </p:cNvPr>
          <p:cNvSpPr txBox="1"/>
          <p:nvPr/>
        </p:nvSpPr>
        <p:spPr>
          <a:xfrm>
            <a:off x="9006840" y="4468436"/>
            <a:ext cx="224028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900" dirty="0" err="1">
                <a:solidFill>
                  <a:schemeClr val="bg1"/>
                </a:solidFill>
              </a:rPr>
              <a:t>Supply</a:t>
            </a:r>
            <a:r>
              <a:rPr lang="es-CO" sz="900" dirty="0">
                <a:solidFill>
                  <a:schemeClr val="bg1"/>
                </a:solidFill>
              </a:rPr>
              <a:t> and </a:t>
            </a:r>
            <a:r>
              <a:rPr lang="es-CO" sz="900" dirty="0" err="1">
                <a:solidFill>
                  <a:schemeClr val="bg1"/>
                </a:solidFill>
              </a:rPr>
              <a:t>installation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of</a:t>
            </a:r>
            <a:r>
              <a:rPr lang="es-CO" sz="900" dirty="0">
                <a:solidFill>
                  <a:schemeClr val="bg1"/>
                </a:solidFill>
              </a:rPr>
              <a:t> 3,000 m² </a:t>
            </a:r>
            <a:r>
              <a:rPr lang="es-CO" sz="900" dirty="0" err="1">
                <a:solidFill>
                  <a:schemeClr val="bg1"/>
                </a:solidFill>
              </a:rPr>
              <a:t>of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Kingfrigo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panels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for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temperature-controlled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rooms</a:t>
            </a:r>
            <a:r>
              <a:rPr lang="es-CO" sz="900" dirty="0">
                <a:solidFill>
                  <a:schemeClr val="bg1"/>
                </a:solidFill>
              </a:rPr>
              <a:t> at </a:t>
            </a:r>
            <a:r>
              <a:rPr lang="es-CO" sz="900" dirty="0" err="1">
                <a:solidFill>
                  <a:schemeClr val="bg1"/>
                </a:solidFill>
              </a:rPr>
              <a:t>the</a:t>
            </a:r>
            <a:r>
              <a:rPr lang="es-CO" sz="900" dirty="0">
                <a:solidFill>
                  <a:schemeClr val="bg1"/>
                </a:solidFill>
              </a:rPr>
              <a:t> CLIP Industrial Center, in </a:t>
            </a:r>
            <a:r>
              <a:rPr lang="es-CO" sz="900" dirty="0" err="1">
                <a:solidFill>
                  <a:schemeClr val="bg1"/>
                </a:solidFill>
              </a:rPr>
              <a:t>partnership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with</a:t>
            </a:r>
            <a:r>
              <a:rPr lang="es-CO" sz="900" dirty="0">
                <a:solidFill>
                  <a:schemeClr val="bg1"/>
                </a:solidFill>
              </a:rPr>
              <a:t> </a:t>
            </a:r>
            <a:r>
              <a:rPr lang="es-CO" sz="900" dirty="0" err="1">
                <a:solidFill>
                  <a:schemeClr val="bg1"/>
                </a:solidFill>
              </a:rPr>
              <a:t>Construandes</a:t>
            </a:r>
            <a:r>
              <a:rPr lang="es-CO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E84930-A1FC-EE55-1DAB-4633EDD51551}"/>
              </a:ext>
            </a:extLst>
          </p:cNvPr>
          <p:cNvSpPr txBox="1"/>
          <p:nvPr/>
        </p:nvSpPr>
        <p:spPr>
          <a:xfrm>
            <a:off x="9006840" y="5249771"/>
            <a:ext cx="224028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1" dirty="0">
                <a:solidFill>
                  <a:schemeClr val="bg1"/>
                </a:solidFill>
              </a:rPr>
              <a:t>Impact:</a:t>
            </a:r>
            <a:r>
              <a:rPr lang="es-CO" sz="800" dirty="0">
                <a:solidFill>
                  <a:schemeClr val="bg1"/>
                </a:solidFill>
              </a:rPr>
              <a:t> Use </a:t>
            </a:r>
            <a:r>
              <a:rPr lang="es-CO" sz="800" dirty="0" err="1">
                <a:solidFill>
                  <a:schemeClr val="bg1"/>
                </a:solidFill>
              </a:rPr>
              <a:t>of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smooth-finish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Kingfrigo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panels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to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enhance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hygiene</a:t>
            </a:r>
            <a:r>
              <a:rPr lang="es-CO" sz="800" dirty="0">
                <a:solidFill>
                  <a:schemeClr val="bg1"/>
                </a:solidFill>
              </a:rPr>
              <a:t> and </a:t>
            </a:r>
            <a:r>
              <a:rPr lang="es-CO" sz="800" dirty="0" err="1">
                <a:solidFill>
                  <a:schemeClr val="bg1"/>
                </a:solidFill>
              </a:rPr>
              <a:t>food</a:t>
            </a:r>
            <a:r>
              <a:rPr lang="es-CO" sz="800" dirty="0">
                <a:solidFill>
                  <a:schemeClr val="bg1"/>
                </a:solidFill>
              </a:rPr>
              <a:t> safety </a:t>
            </a:r>
            <a:r>
              <a:rPr lang="es-CO" sz="800" dirty="0" err="1">
                <a:solidFill>
                  <a:schemeClr val="bg1"/>
                </a:solidFill>
              </a:rPr>
              <a:t>standards</a:t>
            </a:r>
            <a:r>
              <a:rPr lang="es-CO" sz="800" dirty="0">
                <a:solidFill>
                  <a:schemeClr val="bg1"/>
                </a:solidFill>
              </a:rPr>
              <a:t>. </a:t>
            </a:r>
            <a:r>
              <a:rPr lang="es-CO" sz="800" dirty="0" err="1">
                <a:solidFill>
                  <a:schemeClr val="bg1"/>
                </a:solidFill>
              </a:rPr>
              <a:t>Customer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testimonials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collected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to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document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the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success</a:t>
            </a:r>
            <a:r>
              <a:rPr lang="es-CO" sz="800" dirty="0">
                <a:solidFill>
                  <a:schemeClr val="bg1"/>
                </a:solidFill>
              </a:rPr>
              <a:t> </a:t>
            </a:r>
            <a:r>
              <a:rPr lang="es-CO" sz="800" dirty="0" err="1">
                <a:solidFill>
                  <a:schemeClr val="bg1"/>
                </a:solidFill>
              </a:rPr>
              <a:t>story</a:t>
            </a:r>
            <a:endParaRPr sz="850" b="0" i="1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08765F8-651C-65AD-E062-A7D1EF37D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578" y="2597785"/>
            <a:ext cx="2354214" cy="126670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8159668-FBBC-6888-7A5C-B8ED3912C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873" y="2597785"/>
            <a:ext cx="2354214" cy="1266707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E35F0DB-5CB5-54BF-B7C0-BF1B391C8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572624"/>
            <a:ext cx="2313432" cy="136382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9645C3F8-4FB2-C13B-7CA6-D29A788F6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056" y="2552904"/>
            <a:ext cx="2403927" cy="13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28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MARKETING &amp; COMMUNICATIONS  ·  OCTOBER 2026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>
                <a:ln>
                  <a:noFill/>
                </a:ln>
                <a:solidFill>
                  <a:srgbClr val="0049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Brand visibility: social impact, industry events and digital growth</a:t>
            </a:r>
            <a:endParaRPr kumimoji="0" lang="en-US" sz="2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slide/assets/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0" y="182880"/>
            <a:ext cx="1261872" cy="6108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69264"/>
            <a:ext cx="11457432" cy="0"/>
          </a:xfrm>
          <a:prstGeom prst="line">
            <a:avLst/>
          </a:prstGeom>
          <a:noFill/>
          <a:ln w="19050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4864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4632" y="1115568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0426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SOCIAL RESPONSIBILITY  ·  PARTNERSHIP WITH GRUPO ARGOS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5760" y="1463040"/>
            <a:ext cx="2263140" cy="4023360"/>
          </a:xfrm>
          <a:prstGeom prst="rect">
            <a:avLst/>
          </a:prstGeom>
        </p:spPr>
      </p:pic>
      <p:pic>
        <p:nvPicPr>
          <p:cNvPr id="9" name="Image 1" descr="/home/claude/slide/assets/argos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1463040"/>
            <a:ext cx="3383280" cy="13258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788920" y="2880360"/>
            <a:ext cx="3383280" cy="1301191"/>
          </a:xfrm>
          <a:prstGeom prst="rect">
            <a:avLst/>
          </a:prstGeom>
          <a:solidFill>
            <a:srgbClr val="FFFFFF"/>
          </a:solidFill>
          <a:ln w="9525">
            <a:solidFill>
              <a:srgbClr val="C3CDD6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/home/claude/slide/assets/valora_cli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8920" y="2880360"/>
            <a:ext cx="3383280" cy="13011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88920" y="4206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Valora Analitik · October 23, 2026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7"/>
          <p:cNvSpPr/>
          <p:nvPr/>
        </p:nvSpPr>
        <p:spPr>
          <a:xfrm>
            <a:off x="2788920" y="4425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Homes rebuilt after the August 10 earthquake. </a:t>
            </a: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426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Program's national commitment: 1,000 homes.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2788920" y="4818888"/>
            <a:ext cx="1627632" cy="6858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2788920" y="4818888"/>
            <a:ext cx="45720" cy="685800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2926080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0049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7k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2926080" y="5212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organic video views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544568" y="4818888"/>
            <a:ext cx="1627632" cy="6858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544568" y="4818888"/>
            <a:ext cx="45720" cy="685800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4681728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>
                <a:ln>
                  <a:noFill/>
                </a:ln>
                <a:solidFill>
                  <a:srgbClr val="0049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4681728" y="5212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organic reactions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446520" y="1143000"/>
            <a:ext cx="54864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565392" y="111556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0426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INDUSTRY EVENT SPONSORSHIPS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3" descr="/home/claude/slide/assets/envolum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1463040"/>
            <a:ext cx="2926080" cy="1645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46520" y="31455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49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Envolum Summit 2026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ACE · UPB Medellín  |  Silver Sponsor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446520" y="3630168"/>
            <a:ext cx="2926080" cy="1645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46520" y="5303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49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Congreso Colombiano de la Construcción 2026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Camacol  |  Sponsor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646920" y="1143000"/>
            <a:ext cx="54864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9765792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0426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FACTORY TOUR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4" descr="/home/claude/slide/assets/factory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3512" y="1463040"/>
            <a:ext cx="1843088" cy="34290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646920" y="495604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49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Factory Tour with ProColombia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Collaborative reel: a tour of our plant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042642"/>
          </a:solidFill>
          <a:ln w="12700">
            <a:solidFill>
              <a:srgbClr val="0426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365760" y="5897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DIGITAL SUMMARY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Last 30 days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3063240" y="5943600"/>
            <a:ext cx="0" cy="685800"/>
          </a:xfrm>
          <a:prstGeom prst="line">
            <a:avLst/>
          </a:prstGeom>
          <a:noFill/>
          <a:ln w="12700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3383280" y="58704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+200k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5120640" y="58704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6E4F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views in 30 days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7452360" y="5943600"/>
            <a:ext cx="0" cy="685800"/>
          </a:xfrm>
          <a:prstGeom prst="line">
            <a:avLst/>
          </a:prstGeom>
          <a:noFill/>
          <a:ln w="12700">
            <a:solidFill>
              <a:srgbClr val="00A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7772400" y="58704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+12k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9509760" y="58704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6E4F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followers on our main Instagram account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kern="0" spc="2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KINGSPAN DATA SOLUTIONS </a:t>
            </a:r>
            <a:r>
              <a:rPr lang="en-US" sz="1100" b="1" kern="0" spc="200">
                <a:solidFill>
                  <a:schemeClr val="accent5"/>
                </a:solidFill>
              </a:rPr>
              <a:t>· MIDDLE AMERICAS · STATUS UPDATE</a:t>
            </a:r>
            <a:endParaRPr lang="en-US" sz="110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chemeClr val="accent1"/>
                </a:solidFill>
              </a:rPr>
              <a:t>Pipeline mapped and first contacts under way</a:t>
            </a:r>
            <a:endParaRPr lang="en-US" sz="2400"/>
          </a:p>
        </p:txBody>
      </p:sp>
      <p:sp>
        <p:nvSpPr>
          <p:cNvPr id="4" name="dc-h"/>
          <p:cNvSpPr txBox="1"/>
          <p:nvPr/>
        </p:nvSpPr>
        <p:spPr>
          <a:xfrm>
            <a:off x="548640" y="13258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Identified data centers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dc-sub"/>
          <p:cNvSpPr txBox="1"/>
          <p:nvPr/>
        </p:nvSpPr>
        <p:spPr>
          <a:xfrm>
            <a:off x="548640" y="16002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29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projects in 11 countries · priority projects shown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graphicFrame>
        <p:nvGraphicFramePr>
          <p:cNvPr id="6" name="dc-table"/>
          <p:cNvGraphicFramePr>
            <a:graphicFrameLocks noGrp="1"/>
          </p:cNvGraphicFramePr>
          <p:nvPr/>
        </p:nvGraphicFramePr>
        <p:xfrm>
          <a:off x="548640" y="1920240"/>
          <a:ext cx="5074920" cy="320954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Project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Country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ODATA BG03 · Tenjo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120 MW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Construction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ODATA BG02 · Mosquera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 MW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Construction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Telconet · Barranquilla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n/d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Construction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Telconet · Panama City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PA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n/d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Construction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Cirion LIM2 · Lurín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PE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20 MW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Operational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Telconet AI hub · Quito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EC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10 → 100 MW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Announced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BioNube · Santa Marta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3 DCs · 30 MW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Announced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Aurum AI campus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GT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50 MW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Announced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IFX · 5 countries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C. Am.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US$155 M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Announced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GTD · Lurín phase 2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PE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US$10–13 M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Announced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AI campus · Limón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CR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Up to 200 MW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Feasibility</a:t>
                      </a:r>
                      <a:endParaRPr lang="en-US" sz="100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Hummingbird AI and EY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TT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450 MW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Feasibility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players-h"/>
          <p:cNvSpPr txBox="1"/>
          <p:nvPr/>
        </p:nvSpPr>
        <p:spPr>
          <a:xfrm>
            <a:off x="598932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Key operators and designers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8" name="players-sub"/>
          <p:cNvSpPr txBox="1"/>
          <p:nvPr/>
        </p:nvSpPr>
        <p:spPr>
          <a:xfrm>
            <a:off x="5989320" y="1600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Who builds, specifies and buys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9" name="op-legend"/>
          <p:cNvSpPr txBox="1"/>
          <p:nvPr/>
        </p:nvSpPr>
        <p:spPr>
          <a:xfrm>
            <a:off x="772668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A042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Green = contacted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" name="op-label"/>
          <p:cNvSpPr txBox="1"/>
          <p:nvPr/>
        </p:nvSpPr>
        <p:spPr>
          <a:xfrm>
            <a:off x="5989320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C19A5E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PRIORITY OPERATORS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1" name="op-0"/>
          <p:cNvSpPr txBox="1"/>
          <p:nvPr/>
        </p:nvSpPr>
        <p:spPr>
          <a:xfrm>
            <a:off x="5989320" y="2194560"/>
            <a:ext cx="1463040" cy="2743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InterNexa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2" name="op-1"/>
          <p:cNvSpPr txBox="1"/>
          <p:nvPr/>
        </p:nvSpPr>
        <p:spPr>
          <a:xfrm>
            <a:off x="7543800" y="2194560"/>
            <a:ext cx="1463040" cy="274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ODATA / Aligned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op-2"/>
          <p:cNvSpPr txBox="1"/>
          <p:nvPr/>
        </p:nvSpPr>
        <p:spPr>
          <a:xfrm>
            <a:off x="5989320" y="2523744"/>
            <a:ext cx="1463040" cy="274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Telconet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4" name="op-3"/>
          <p:cNvSpPr txBox="1"/>
          <p:nvPr/>
        </p:nvSpPr>
        <p:spPr>
          <a:xfrm>
            <a:off x="7543800" y="2523744"/>
            <a:ext cx="1463040" cy="274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IFX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5" name="op-4"/>
          <p:cNvSpPr txBox="1"/>
          <p:nvPr/>
        </p:nvSpPr>
        <p:spPr>
          <a:xfrm>
            <a:off x="5989320" y="2852928"/>
            <a:ext cx="1463040" cy="274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KIO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6" name="op-5"/>
          <p:cNvSpPr txBox="1"/>
          <p:nvPr/>
        </p:nvSpPr>
        <p:spPr>
          <a:xfrm>
            <a:off x="7543800" y="2852928"/>
            <a:ext cx="1463040" cy="274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GTD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" name="op-6"/>
          <p:cNvSpPr txBox="1"/>
          <p:nvPr/>
        </p:nvSpPr>
        <p:spPr>
          <a:xfrm>
            <a:off x="5989320" y="3182112"/>
            <a:ext cx="1463040" cy="274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Cirion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8" name="des-label"/>
          <p:cNvSpPr txBox="1"/>
          <p:nvPr/>
        </p:nvSpPr>
        <p:spPr>
          <a:xfrm>
            <a:off x="5989320" y="3566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C19A5E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DESIGNERS AND ENGINEERING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9" name="des-n-0"/>
          <p:cNvSpPr txBox="1"/>
          <p:nvPr/>
        </p:nvSpPr>
        <p:spPr>
          <a:xfrm>
            <a:off x="598932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Gensler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0" name="des-s-0"/>
          <p:cNvSpPr txBox="1"/>
          <p:nvPr/>
        </p:nvSpPr>
        <p:spPr>
          <a:xfrm>
            <a:off x="8092440" y="3858768"/>
            <a:ext cx="914400" cy="237744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Contacted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1" name="des-n-1"/>
          <p:cNvSpPr txBox="1"/>
          <p:nvPr/>
        </p:nvSpPr>
        <p:spPr>
          <a:xfrm>
            <a:off x="598932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Deerns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2" name="des-s-1"/>
          <p:cNvSpPr txBox="1"/>
          <p:nvPr/>
        </p:nvSpPr>
        <p:spPr>
          <a:xfrm>
            <a:off x="8092440" y="4187952"/>
            <a:ext cx="914400" cy="237744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Contacted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3" name="des-n-2"/>
          <p:cNvSpPr txBox="1"/>
          <p:nvPr/>
        </p:nvSpPr>
        <p:spPr>
          <a:xfrm>
            <a:off x="598932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Turner &amp; Townsend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4" name="des-s-2"/>
          <p:cNvSpPr txBox="1"/>
          <p:nvPr/>
        </p:nvSpPr>
        <p:spPr>
          <a:xfrm>
            <a:off x="8092440" y="4517136"/>
            <a:ext cx="914400" cy="23774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Next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5" name="des-n-3"/>
          <p:cNvSpPr txBox="1"/>
          <p:nvPr/>
        </p:nvSpPr>
        <p:spPr>
          <a:xfrm>
            <a:off x="598932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Data Center Consultores</a:t>
            </a:r>
          </a:p>
        </p:txBody>
      </p:sp>
      <p:sp>
        <p:nvSpPr>
          <p:cNvPr id="26" name="des-s-3"/>
          <p:cNvSpPr txBox="1"/>
          <p:nvPr/>
        </p:nvSpPr>
        <p:spPr>
          <a:xfrm>
            <a:off x="8092440" y="4846320"/>
            <a:ext cx="914400" cy="23774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Next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7" name="mkt-h"/>
          <p:cNvSpPr txBox="1"/>
          <p:nvPr/>
        </p:nvSpPr>
        <p:spPr>
          <a:xfrm>
            <a:off x="9372600" y="132588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Market snapshot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8" name="mkt-sub"/>
          <p:cNvSpPr txBox="1"/>
          <p:nvPr/>
        </p:nvSpPr>
        <p:spPr>
          <a:xfrm>
            <a:off x="9372600" y="1600200"/>
            <a:ext cx="2270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Publicly disclosed capacity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9" name="mkt-total"/>
          <p:cNvSpPr txBox="1">
            <a:spLocks/>
          </p:cNvSpPr>
          <p:nvPr/>
        </p:nvSpPr>
        <p:spPr>
          <a:xfrm>
            <a:off x="9372600" y="1920240"/>
            <a:ext cx="2270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~1,000 MW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0" name="mkt-total-l"/>
          <p:cNvSpPr txBox="1">
            <a:spLocks/>
          </p:cNvSpPr>
          <p:nvPr/>
        </p:nvSpPr>
        <p:spPr>
          <a:xfrm>
            <a:off x="9372600" y="2514600"/>
            <a:ext cx="2270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announced across the region</a:t>
            </a:r>
          </a:p>
        </p:txBody>
      </p:sp>
      <p:sp>
        <p:nvSpPr>
          <p:cNvPr id="31" name="mkt-bar-0"/>
          <p:cNvSpPr/>
          <p:nvPr/>
        </p:nvSpPr>
        <p:spPr>
          <a:xfrm>
            <a:off x="9372600" y="2880360"/>
            <a:ext cx="370134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2" name="mkt-bar-1"/>
          <p:cNvSpPr/>
          <p:nvPr/>
        </p:nvSpPr>
        <p:spPr>
          <a:xfrm>
            <a:off x="9742734" y="2880360"/>
            <a:ext cx="433327" cy="2926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3" name="mkt-bar-2"/>
          <p:cNvSpPr>
            <a:spLocks/>
          </p:cNvSpPr>
          <p:nvPr/>
        </p:nvSpPr>
        <p:spPr>
          <a:xfrm>
            <a:off x="10176061" y="2880360"/>
            <a:ext cx="1466994" cy="2926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4" name="mkt-sw-0"/>
          <p:cNvSpPr>
            <a:spLocks/>
          </p:cNvSpPr>
          <p:nvPr/>
        </p:nvSpPr>
        <p:spPr>
          <a:xfrm>
            <a:off x="9372600" y="3401568"/>
            <a:ext cx="14630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5" name="mkt-v-0"/>
          <p:cNvSpPr txBox="1">
            <a:spLocks/>
          </p:cNvSpPr>
          <p:nvPr/>
        </p:nvSpPr>
        <p:spPr>
          <a:xfrm>
            <a:off x="9601200" y="3337560"/>
            <a:ext cx="2041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164 MW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· 16%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6" name="mkt-l-0"/>
          <p:cNvSpPr txBox="1"/>
          <p:nvPr/>
        </p:nvSpPr>
        <p:spPr>
          <a:xfrm>
            <a:off x="9601200" y="3557016"/>
            <a:ext cx="2041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Construction or operational</a:t>
            </a:r>
          </a:p>
        </p:txBody>
      </p:sp>
      <p:sp>
        <p:nvSpPr>
          <p:cNvPr id="37" name="mkt-sw-1"/>
          <p:cNvSpPr>
            <a:spLocks/>
          </p:cNvSpPr>
          <p:nvPr/>
        </p:nvSpPr>
        <p:spPr>
          <a:xfrm>
            <a:off x="9372600" y="3858768"/>
            <a:ext cx="146304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8" name="mkt-v-1"/>
          <p:cNvSpPr txBox="1">
            <a:spLocks/>
          </p:cNvSpPr>
          <p:nvPr/>
        </p:nvSpPr>
        <p:spPr>
          <a:xfrm>
            <a:off x="9601200" y="3794760"/>
            <a:ext cx="2041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192 MW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· 19%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9" name="mkt-l-1"/>
          <p:cNvSpPr txBox="1"/>
          <p:nvPr/>
        </p:nvSpPr>
        <p:spPr>
          <a:xfrm>
            <a:off x="9601200" y="4014216"/>
            <a:ext cx="2041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Announced by operators</a:t>
            </a:r>
          </a:p>
        </p:txBody>
      </p:sp>
      <p:sp>
        <p:nvSpPr>
          <p:cNvPr id="40" name="mkt-sw-2"/>
          <p:cNvSpPr>
            <a:spLocks/>
          </p:cNvSpPr>
          <p:nvPr/>
        </p:nvSpPr>
        <p:spPr>
          <a:xfrm>
            <a:off x="9372600" y="4315968"/>
            <a:ext cx="146304" cy="1463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1" name="mkt-v-2"/>
          <p:cNvSpPr txBox="1"/>
          <p:nvPr/>
        </p:nvSpPr>
        <p:spPr>
          <a:xfrm>
            <a:off x="9601200" y="4251960"/>
            <a:ext cx="2041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650 MW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· 65%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2" name="mkt-l-2"/>
          <p:cNvSpPr txBox="1">
            <a:spLocks/>
          </p:cNvSpPr>
          <p:nvPr/>
        </p:nvSpPr>
        <p:spPr>
          <a:xfrm>
            <a:off x="9601200" y="4471416"/>
            <a:ext cx="2041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Feasibility or MoU</a:t>
            </a:r>
          </a:p>
        </p:txBody>
      </p:sp>
      <p:sp>
        <p:nvSpPr>
          <p:cNvPr id="43" name="mkt-take"/>
          <p:cNvSpPr txBox="1"/>
          <p:nvPr/>
        </p:nvSpPr>
        <p:spPr>
          <a:xfrm>
            <a:off x="9372600" y="4709160"/>
            <a:ext cx="2270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428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Two-thirds of the MW are not firm yet: we focus on what is being built.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4" name="strip"/>
          <p:cNvSpPr>
            <a:spLocks/>
          </p:cNvSpPr>
          <p:nvPr/>
        </p:nvSpPr>
        <p:spPr>
          <a:xfrm>
            <a:off x="548640" y="5212080"/>
            <a:ext cx="11094415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5" name="strip-l-0"/>
          <p:cNvSpPr txBox="1"/>
          <p:nvPr/>
        </p:nvSpPr>
        <p:spPr>
          <a:xfrm>
            <a:off x="731520" y="5394960"/>
            <a:ext cx="685800" cy="2743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DONE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6" name="strip-t-0"/>
          <p:cNvSpPr txBox="1"/>
          <p:nvPr/>
        </p:nvSpPr>
        <p:spPr>
          <a:xfrm>
            <a:off x="1554480" y="5285232"/>
            <a:ext cx="440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Regional pipeline mapped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·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Gensler, Deerns and InterNexa contacted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·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Envelope already supplied on several DC projects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7" name="strip-l-1"/>
          <p:cNvSpPr txBox="1"/>
          <p:nvPr/>
        </p:nvSpPr>
        <p:spPr>
          <a:xfrm>
            <a:off x="6278728" y="5394960"/>
            <a:ext cx="68580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NEXT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8" name="strip-t-1"/>
          <p:cNvSpPr txBox="1"/>
          <p:nvPr/>
        </p:nvSpPr>
        <p:spPr>
          <a:xfrm>
            <a:off x="7101688" y="5285232"/>
            <a:ext cx="440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Meeting with the KDS / Tate LATAM sales lead · Joint envelope + white-space offer · Visits to priority operators</a:t>
            </a:r>
          </a:p>
        </p:txBody>
      </p:sp>
      <p:sp>
        <p:nvSpPr>
          <p:cNvPr id="49" name="sources"/>
          <p:cNvSpPr txBox="1"/>
          <p:nvPr/>
        </p:nvSpPr>
        <p:spPr>
          <a:xfrm>
            <a:off x="548640" y="598932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Sources: DCD, BNamericas, Gestión, Bloomberg Línea, Infobae, Intelligent CIO, Rio Times (2025–2026). n/d = not disclosed.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image.jpg"/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50" b="50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/>
              <a:t>Dublin Road</a:t>
            </a:r>
            <a:br>
              <a:rPr lang="en-IE"/>
            </a:br>
            <a:r>
              <a:rPr lang="en-IE"/>
              <a:t>Kingscourt, Co Cavan</a:t>
            </a:r>
            <a:br>
              <a:rPr lang="en-IE"/>
            </a:br>
            <a:r>
              <a:rPr lang="en-IE"/>
              <a:t>Ireland, A82 XY31</a:t>
            </a:r>
          </a:p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E"/>
              <a:t>Tel: +353 42 969 8000</a:t>
            </a:r>
            <a:br>
              <a:rPr lang="en-IE"/>
            </a:br>
            <a:r>
              <a:rPr lang="en-IE"/>
              <a:t>Email: admin@kingspan.com</a:t>
            </a:r>
          </a:p>
          <a:p>
            <a:pPr lvl="1"/>
            <a:r>
              <a:rPr lang="en-IE"/>
              <a:t>www.kingspan.com</a:t>
            </a:r>
          </a:p>
          <a:p>
            <a:endParaRPr lang="en-I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6424" y="548640"/>
            <a:ext cx="9326880" cy="384048"/>
          </a:xfrm>
        </p:spPr>
        <p:txBody>
          <a:bodyPr/>
          <a:lstStyle/>
          <a:p>
            <a:r>
              <a:rPr lang="en-US" dirty="0">
                <a:solidFill>
                  <a:srgbClr val="061530"/>
                </a:solidFill>
              </a:rPr>
              <a:t>RSM PERFORMANCE – CHANNELS &amp; SEGMENTS (YTD)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06424" y="94183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4990"/>
                </a:solidFill>
              </a:rPr>
              <a:t>Summary of the RSM groups in the new structure · 3 channels and 2 segments · k m², Jan–Oct 2026 · Board budget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557784" y="6163056"/>
            <a:ext cx="4754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12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873752"/>
            <a:ext cx="6035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B6B7F"/>
                </a:solidFill>
              </a:rPr>
              <a:t>RSM totals regrouped: Alternative Sales = current channel; Industrial/Distribution prorated 60%/40% (sales); segments 70%/30% (assigned).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901184"/>
            <a:ext cx="118872" cy="118872"/>
          </a:xfrm>
          <a:prstGeom prst="rect">
            <a:avLst/>
          </a:prstGeom>
          <a:solidFill>
            <a:srgbClr val="EE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7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0–60%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8552" y="4901184"/>
            <a:ext cx="118872" cy="118872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61–84%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93224" y="4901184"/>
            <a:ext cx="118872" cy="118872"/>
          </a:xfrm>
          <a:prstGeom prst="rect">
            <a:avLst/>
          </a:prstGeom>
          <a:solidFill>
            <a:srgbClr val="7FD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48672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85–100%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97896" y="4901184"/>
            <a:ext cx="118872" cy="118872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53344" y="485546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B2B45"/>
                </a:solidFill>
              </a:rPr>
              <a:t>&gt;100%</a:t>
            </a:r>
          </a:p>
        </p:txBody>
      </p:sp>
      <p:sp>
        <p:nvSpPr>
          <p:cNvPr id="37" name="Insight"/>
          <p:cNvSpPr/>
          <p:nvPr/>
        </p:nvSpPr>
        <p:spPr>
          <a:xfrm>
            <a:off x="787400" y="5166360"/>
            <a:ext cx="10109200" cy="548640"/>
          </a:xfrm>
          <a:prstGeom prst="roundRect">
            <a:avLst>
              <a:gd name="adj" fmla="val 8000"/>
            </a:avLst>
          </a:prstGeom>
          <a:solidFill>
            <a:srgbClr val="04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" y="516636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EDB6"/>
                </a:solidFill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8160" y="51663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Channels at 92% of the Board budget: Industrial 83%, Distribution 100%, Alternative Sales 166%. Backlog 526k m² – Industrial 78% of it; Construction 368k / Refrigeration 158k m².</a:t>
            </a:r>
          </a:p>
        </p:txBody>
      </p:sp>
      <p:sp>
        <p:nvSpPr>
          <p:cNvPr id="40" name="AUTO_lbl_ch"/>
          <p:cNvSpPr txBox="1"/>
          <p:nvPr/>
        </p:nvSpPr>
        <p:spPr>
          <a:xfrm>
            <a:off x="777240" y="1371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4990"/>
                </a:solidFill>
              </a:rPr>
              <a:t>BY CHANNEL</a:t>
            </a:r>
          </a:p>
        </p:txBody>
      </p:sp>
      <p:graphicFrame>
        <p:nvGraphicFramePr>
          <p:cNvPr id="41" name="AUTO_tbl_channels"/>
          <p:cNvGraphicFramePr>
            <a:graphicFrameLocks noGrp="1"/>
          </p:cNvGraphicFramePr>
          <p:nvPr/>
        </p:nvGraphicFramePr>
        <p:xfrm>
          <a:off x="777240" y="1572768"/>
          <a:ext cx="640080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685800"/>
                <a:gridCol w="731520"/>
                <a:gridCol w="914400"/>
                <a:gridCol w="640080"/>
                <a:gridCol w="685800"/>
                <a:gridCol w="68580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Board budget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% Budget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Bkl margin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Industrial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782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592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710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−118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8A1F"/>
                          </a:solidFill>
                        </a:rPr>
                        <a:t>83%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413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27%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Distribution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429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396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398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7FD36B"/>
                          </a:solidFill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Alternative Sales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EDB6"/>
                          </a:solidFill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9E4A"/>
                          </a:solidFill>
                        </a:rPr>
                        <a:t>166%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45%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1.269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1.058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1.150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570F"/>
                          </a:solidFill>
                        </a:rPr>
                        <a:t>−92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7FD36B"/>
                          </a:solidFill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526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27%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  <p:sp>
        <p:nvSpPr>
          <p:cNvPr id="42" name="AUTO_lbl_seg"/>
          <p:cNvSpPr txBox="1"/>
          <p:nvPr/>
        </p:nvSpPr>
        <p:spPr>
          <a:xfrm>
            <a:off x="777240" y="3108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4990"/>
                </a:solidFill>
              </a:rPr>
              <a:t>BY SEGMENT</a:t>
            </a:r>
          </a:p>
        </p:txBody>
      </p:sp>
      <p:graphicFrame>
        <p:nvGraphicFramePr>
          <p:cNvPr id="43" name="AUTO_tbl_segments"/>
          <p:cNvGraphicFramePr>
            <a:graphicFrameLocks noGrp="1"/>
          </p:cNvGraphicFramePr>
          <p:nvPr/>
        </p:nvGraphicFramePr>
        <p:xfrm>
          <a:off x="777240" y="3310128"/>
          <a:ext cx="640080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685800"/>
                <a:gridCol w="731520"/>
                <a:gridCol w="914400"/>
                <a:gridCol w="640080"/>
                <a:gridCol w="685800"/>
                <a:gridCol w="68580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OI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 YTD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Board budget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% Budget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Backlog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Bkl margin</a:t>
                      </a:r>
                    </a:p>
                  </a:txBody>
                  <a:tcPr marL="45720" marR="45720" marT="9144" marB="9144" anchor="ctr">
                    <a:solidFill>
                      <a:srgbClr val="0049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Construction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888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741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805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−64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7FD36B"/>
                          </a:solidFill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368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Refrigeration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381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317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345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570F"/>
                          </a:solidFill>
                        </a:rPr>
                        <a:t>−28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7FD36B"/>
                          </a:solidFill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158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B224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1.269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1.058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1.150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570F"/>
                          </a:solidFill>
                        </a:rPr>
                        <a:t>−92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7FD36B"/>
                          </a:solidFill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526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</a:rPr>
                        <a:t>27%</a:t>
                      </a:r>
                    </a:p>
                  </a:txBody>
                  <a:tcPr marL="45720" marR="45720" marT="9144" marB="9144" anchor="ctr">
                    <a:solidFill>
                      <a:srgbClr val="043E4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AUTO_chart_sales_budget"/>
          <p:cNvGraphicFramePr>
            <a:graphicFrameLocks noGrp="1"/>
          </p:cNvGraphicFramePr>
          <p:nvPr/>
        </p:nvGraphicFramePr>
        <p:xfrm>
          <a:off x="7269480" y="1371600"/>
          <a:ext cx="4114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ingspan 2026">
      <a:dk1>
        <a:sysClr val="windowText" lastClr="000000"/>
      </a:dk1>
      <a:lt1>
        <a:sysClr val="window" lastClr="FFFFFF"/>
      </a:lt1>
      <a:dk2>
        <a:srgbClr val="004990"/>
      </a:dk2>
      <a:lt2>
        <a:srgbClr val="F8F2E7"/>
      </a:lt2>
      <a:accent1>
        <a:srgbClr val="061530"/>
      </a:accent1>
      <a:accent2>
        <a:srgbClr val="00EDB6"/>
      </a:accent2>
      <a:accent3>
        <a:srgbClr val="19B9F6"/>
      </a:accent3>
      <a:accent4>
        <a:srgbClr val="043E4C"/>
      </a:accent4>
      <a:accent5>
        <a:srgbClr val="FF570F"/>
      </a:accent5>
      <a:accent6>
        <a:srgbClr val="EE2424"/>
      </a:accent6>
      <a:hlink>
        <a:srgbClr val="004A87"/>
      </a:hlink>
      <a:folHlink>
        <a:srgbClr val="00A75D"/>
      </a:folHlink>
    </a:clrScheme>
    <a:fontScheme name="Century Gothic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ingspan Data Solutions">
  <a:themeElements>
    <a:clrScheme name="Kingspan Data Solutions">
      <a:dk1>
        <a:srgbClr val="3C3C3B"/>
      </a:dk1>
      <a:lt1>
        <a:srgbClr val="FFFFFF"/>
      </a:lt1>
      <a:dk2>
        <a:srgbClr val="004289"/>
      </a:dk2>
      <a:lt2>
        <a:srgbClr val="EDEDED"/>
      </a:lt2>
      <a:accent1>
        <a:srgbClr val="004289"/>
      </a:accent1>
      <a:accent2>
        <a:srgbClr val="0F8AC7"/>
      </a:accent2>
      <a:accent3>
        <a:srgbClr val="C19A5E"/>
      </a:accent3>
      <a:accent4>
        <a:srgbClr val="C6C6C6"/>
      </a:accent4>
      <a:accent5>
        <a:srgbClr val="8C8C8C"/>
      </a:accent5>
      <a:accent6>
        <a:srgbClr val="0FA042"/>
      </a:accent6>
      <a:hlink>
        <a:srgbClr val="0F8AC7"/>
      </a:hlink>
      <a:folHlink>
        <a:srgbClr val="004289"/>
      </a:folHlink>
    </a:clrScheme>
    <a:fontScheme name="Kingspan Data Solutions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fc58307-b8c4-416e-bc27-eab7ad86b306}" enabled="0" method="" siteId="{9fc58307-b8c4-416e-bc27-eab7ad86b3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4920</Words>
  <Application>Microsoft Office PowerPoint</Application>
  <PresentationFormat>Panorámica</PresentationFormat>
  <Paragraphs>956</Paragraphs>
  <Slides>16</Slides>
  <Notes>14</Notes>
  <HiddenSlides>2</HiddenSlides>
  <MMClips>2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16</vt:i4>
      </vt:variant>
    </vt:vector>
  </HeadingPairs>
  <TitlesOfParts>
    <vt:vector size="27" baseType="lpstr">
      <vt:lpstr>Pressio No. 51</vt:lpstr>
      <vt:lpstr>Century Gothic</vt:lpstr>
      <vt:lpstr>Calibri</vt:lpstr>
      <vt:lpstr>Aptos</vt:lpstr>
      <vt:lpstr>Wingdings 3</vt:lpstr>
      <vt:lpstr>Arial</vt:lpstr>
      <vt:lpstr>Wingdings 2</vt:lpstr>
      <vt:lpstr>Kingspan Brown TT</vt:lpstr>
      <vt:lpstr>Office Theme</vt:lpstr>
      <vt:lpstr>1_Office Theme</vt:lpstr>
      <vt:lpstr>Kingspan Data Solutions</vt:lpstr>
      <vt:lpstr>Presentación de PowerPoint</vt:lpstr>
      <vt:lpstr>COMMERCIAL OVERVIEW</vt:lpstr>
      <vt:lpstr>ORDER INTAKE – octubre  2026</vt:lpstr>
      <vt:lpstr>ORDER INTAKE BY CHANNEL – IMP</vt:lpstr>
      <vt:lpstr>BACKLOG –octubre 2026</vt:lpstr>
      <vt:lpstr>BACKLOG BY CHANNEL – IMP</vt:lpstr>
      <vt:lpstr>PERFORMED / FORECAST – ORDER INTAKE 2026</vt:lpstr>
      <vt:lpstr>KEY PROJECTS – INDUSTRIAL &amp; DISTRIBUTION</vt:lpstr>
      <vt:lpstr>Lost business</vt:lpstr>
      <vt:lpstr>KEY PROJECTS – lost </vt:lpstr>
      <vt:lpstr>Rsm PERFORMANCE BY CHANNEL (YTD)</vt:lpstr>
      <vt:lpstr>rsm performance &amp; MARGIN EVOLUTION BY CHANNEL</vt:lpstr>
      <vt:lpstr>HIGHLIGHTS octubre – COMMERCIAL</vt:lpstr>
      <vt:lpstr>Presentación de PowerPoint</vt:lpstr>
      <vt:lpstr>Pipeline mapped and first contacts under way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Furlong</dc:creator>
  <cp:lastModifiedBy>Andres Blanco</cp:lastModifiedBy>
  <cp:revision>1</cp:revision>
  <dcterms:created xsi:type="dcterms:W3CDTF">2021-01-21T15:57:08Z</dcterms:created>
  <dcterms:modified xsi:type="dcterms:W3CDTF">2026-10-30T05:26:52Z</dcterms:modified>
</cp:coreProperties>
</file>